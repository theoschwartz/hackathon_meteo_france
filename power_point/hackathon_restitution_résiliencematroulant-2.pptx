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3"/>
  </p:notesMasterIdLst>
  <p:sldIdLst>
    <p:sldId id="256" r:id="rId2"/>
    <p:sldId id="257" r:id="rId3"/>
    <p:sldId id="262" r:id="rId4"/>
    <p:sldId id="266" r:id="rId5"/>
    <p:sldId id="263" r:id="rId6"/>
    <p:sldId id="261" r:id="rId7"/>
    <p:sldId id="265" r:id="rId8"/>
    <p:sldId id="259" r:id="rId9"/>
    <p:sldId id="264" r:id="rId10"/>
    <p:sldId id="267" r:id="rId11"/>
    <p:sldId id="268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C785B3-3A25-10F2-866D-5DABA1379F82}" name="MONTEIGNIES Laureline" initials="LM" userId="S::laureline1.monteignies@egis-group.com::fa822902-14c4-48f0-b4c4-0d24e39002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3CA4"/>
    <a:srgbClr val="636E81"/>
    <a:srgbClr val="D7CCE5"/>
    <a:srgbClr val="EAE2D8"/>
    <a:srgbClr val="6E00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F87E97-308D-4F27-942A-AFDE36C1956B}" v="1485" dt="2025-12-03T15:18:10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627" autoAdjust="0"/>
  </p:normalViewPr>
  <p:slideViewPr>
    <p:cSldViewPr snapToGrid="0">
      <p:cViewPr varScale="1">
        <p:scale>
          <a:sx n="70" d="100"/>
          <a:sy n="70" d="100"/>
        </p:scale>
        <p:origin x="109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TEIGNIES Laureline" userId="fa822902-14c4-48f0-b4c4-0d24e3900295" providerId="ADAL" clId="{F5B296E7-486B-4FC6-B2E5-3A327F4FB4BA}"/>
    <pc:docChg chg="undo custSel addSld delSld modSld sldOrd modMainMaster">
      <pc:chgData name="MONTEIGNIES Laureline" userId="fa822902-14c4-48f0-b4c4-0d24e3900295" providerId="ADAL" clId="{F5B296E7-486B-4FC6-B2E5-3A327F4FB4BA}" dt="2025-12-03T15:18:10.020" v="6837"/>
      <pc:docMkLst>
        <pc:docMk/>
      </pc:docMkLst>
      <pc:sldChg chg="addSp delSp modSp mod">
        <pc:chgData name="MONTEIGNIES Laureline" userId="fa822902-14c4-48f0-b4c4-0d24e3900295" providerId="ADAL" clId="{F5B296E7-486B-4FC6-B2E5-3A327F4FB4BA}" dt="2025-12-03T15:14:12.148" v="6758" actId="6549"/>
        <pc:sldMkLst>
          <pc:docMk/>
          <pc:sldMk cId="81291842" sldId="256"/>
        </pc:sldMkLst>
        <pc:spChg chg="mod">
          <ac:chgData name="MONTEIGNIES Laureline" userId="fa822902-14c4-48f0-b4c4-0d24e3900295" providerId="ADAL" clId="{F5B296E7-486B-4FC6-B2E5-3A327F4FB4BA}" dt="2025-12-03T12:09:45.210" v="4780" actId="1076"/>
          <ac:spMkLst>
            <pc:docMk/>
            <pc:sldMk cId="81291842" sldId="256"/>
            <ac:spMk id="2" creationId="{953DD72F-5F30-9401-26B6-B64DF3B4FBC6}"/>
          </ac:spMkLst>
        </pc:spChg>
        <pc:spChg chg="del">
          <ac:chgData name="MONTEIGNIES Laureline" userId="fa822902-14c4-48f0-b4c4-0d24e3900295" providerId="ADAL" clId="{F5B296E7-486B-4FC6-B2E5-3A327F4FB4BA}" dt="2025-12-03T09:08:21.698" v="464" actId="478"/>
          <ac:spMkLst>
            <pc:docMk/>
            <pc:sldMk cId="81291842" sldId="256"/>
            <ac:spMk id="3" creationId="{5051DF8E-E926-70A7-F62C-8D3D5DF7F7CF}"/>
          </ac:spMkLst>
        </pc:spChg>
        <pc:spChg chg="add mod ord">
          <ac:chgData name="MONTEIGNIES Laureline" userId="fa822902-14c4-48f0-b4c4-0d24e3900295" providerId="ADAL" clId="{F5B296E7-486B-4FC6-B2E5-3A327F4FB4BA}" dt="2025-12-03T15:14:12.148" v="6758" actId="6549"/>
          <ac:spMkLst>
            <pc:docMk/>
            <pc:sldMk cId="81291842" sldId="256"/>
            <ac:spMk id="8" creationId="{46BACCB9-ABDE-8FE3-5F88-6DF07CBAFA14}"/>
          </ac:spMkLst>
        </pc:spChg>
        <pc:spChg chg="add mod ord">
          <ac:chgData name="MONTEIGNIES Laureline" userId="fa822902-14c4-48f0-b4c4-0d24e3900295" providerId="ADAL" clId="{F5B296E7-486B-4FC6-B2E5-3A327F4FB4BA}" dt="2025-12-03T10:08:25.649" v="1906" actId="171"/>
          <ac:spMkLst>
            <pc:docMk/>
            <pc:sldMk cId="81291842" sldId="256"/>
            <ac:spMk id="12" creationId="{25700895-E3FC-DD0F-00E0-7FF83B9F17D1}"/>
          </ac:spMkLst>
        </pc:spChg>
        <pc:picChg chg="add del mod ord modCrop">
          <ac:chgData name="MONTEIGNIES Laureline" userId="fa822902-14c4-48f0-b4c4-0d24e3900295" providerId="ADAL" clId="{F5B296E7-486B-4FC6-B2E5-3A327F4FB4BA}" dt="2025-12-03T10:08:28.185" v="1907" actId="166"/>
          <ac:picMkLst>
            <pc:docMk/>
            <pc:sldMk cId="81291842" sldId="256"/>
            <ac:picMk id="4" creationId="{4DDF9CDC-DDEF-41C6-682C-92C60FF3932A}"/>
          </ac:picMkLst>
        </pc:picChg>
        <pc:picChg chg="add mod ord modCrop">
          <ac:chgData name="MONTEIGNIES Laureline" userId="fa822902-14c4-48f0-b4c4-0d24e3900295" providerId="ADAL" clId="{F5B296E7-486B-4FC6-B2E5-3A327F4FB4BA}" dt="2025-12-03T10:08:33.056" v="1908" actId="166"/>
          <ac:picMkLst>
            <pc:docMk/>
            <pc:sldMk cId="81291842" sldId="256"/>
            <ac:picMk id="6" creationId="{76DCDFB7-336B-FF4F-7501-A392CAFB4DD1}"/>
          </ac:picMkLst>
        </pc:picChg>
        <pc:picChg chg="add del mod modCrop">
          <ac:chgData name="MONTEIGNIES Laureline" userId="fa822902-14c4-48f0-b4c4-0d24e3900295" providerId="ADAL" clId="{F5B296E7-486B-4FC6-B2E5-3A327F4FB4BA}" dt="2025-12-03T10:01:14.102" v="1869" actId="21"/>
          <ac:picMkLst>
            <pc:docMk/>
            <pc:sldMk cId="81291842" sldId="256"/>
            <ac:picMk id="10" creationId="{17EE6A13-B149-68BC-12DC-36756EA8CBB7}"/>
          </ac:picMkLst>
        </pc:picChg>
      </pc:sldChg>
      <pc:sldChg chg="addSp delSp modSp mod modNotesTx">
        <pc:chgData name="MONTEIGNIES Laureline" userId="fa822902-14c4-48f0-b4c4-0d24e3900295" providerId="ADAL" clId="{F5B296E7-486B-4FC6-B2E5-3A327F4FB4BA}" dt="2025-12-03T15:16:45.634" v="6836" actId="1076"/>
        <pc:sldMkLst>
          <pc:docMk/>
          <pc:sldMk cId="3728156288" sldId="257"/>
        </pc:sldMkLst>
        <pc:spChg chg="mod">
          <ac:chgData name="MONTEIGNIES Laureline" userId="fa822902-14c4-48f0-b4c4-0d24e3900295" providerId="ADAL" clId="{F5B296E7-486B-4FC6-B2E5-3A327F4FB4BA}" dt="2025-12-03T09:50:41.504" v="1753" actId="1037"/>
          <ac:spMkLst>
            <pc:docMk/>
            <pc:sldMk cId="3728156288" sldId="257"/>
            <ac:spMk id="2" creationId="{24CE780C-D68C-7F9A-6BFD-24237780DDB2}"/>
          </ac:spMkLst>
        </pc:spChg>
        <pc:spChg chg="mod">
          <ac:chgData name="MONTEIGNIES Laureline" userId="fa822902-14c4-48f0-b4c4-0d24e3900295" providerId="ADAL" clId="{F5B296E7-486B-4FC6-B2E5-3A327F4FB4BA}" dt="2025-12-03T15:16:45.634" v="6836" actId="1076"/>
          <ac:spMkLst>
            <pc:docMk/>
            <pc:sldMk cId="3728156288" sldId="257"/>
            <ac:spMk id="3" creationId="{AB484B35-045E-DAFE-3A89-4DED23EE5B62}"/>
          </ac:spMkLst>
        </pc:spChg>
        <pc:spChg chg="del">
          <ac:chgData name="MONTEIGNIES Laureline" userId="fa822902-14c4-48f0-b4c4-0d24e3900295" providerId="ADAL" clId="{F5B296E7-486B-4FC6-B2E5-3A327F4FB4BA}" dt="2025-12-03T09:14:16.188" v="747" actId="478"/>
          <ac:spMkLst>
            <pc:docMk/>
            <pc:sldMk cId="3728156288" sldId="257"/>
            <ac:spMk id="4" creationId="{5F9F9B23-D552-EB51-C455-6CB5DF097D0F}"/>
          </ac:spMkLst>
        </pc:spChg>
        <pc:spChg chg="mod">
          <ac:chgData name="MONTEIGNIES Laureline" userId="fa822902-14c4-48f0-b4c4-0d24e3900295" providerId="ADAL" clId="{F5B296E7-486B-4FC6-B2E5-3A327F4FB4BA}" dt="2025-12-03T09:19:17.591" v="802" actId="164"/>
          <ac:spMkLst>
            <pc:docMk/>
            <pc:sldMk cId="3728156288" sldId="257"/>
            <ac:spMk id="15" creationId="{FC30970F-9D86-703A-7D6B-C7F89C392DB3}"/>
          </ac:spMkLst>
        </pc:spChg>
        <pc:spChg chg="mod">
          <ac:chgData name="MONTEIGNIES Laureline" userId="fa822902-14c4-48f0-b4c4-0d24e3900295" providerId="ADAL" clId="{F5B296E7-486B-4FC6-B2E5-3A327F4FB4BA}" dt="2025-12-03T09:19:17.591" v="802" actId="164"/>
          <ac:spMkLst>
            <pc:docMk/>
            <pc:sldMk cId="3728156288" sldId="257"/>
            <ac:spMk id="16" creationId="{5F2FE8A0-F470-9B3A-253C-8E15253F4D89}"/>
          </ac:spMkLst>
        </pc:spChg>
        <pc:spChg chg="mod">
          <ac:chgData name="MONTEIGNIES Laureline" userId="fa822902-14c4-48f0-b4c4-0d24e3900295" providerId="ADAL" clId="{F5B296E7-486B-4FC6-B2E5-3A327F4FB4BA}" dt="2025-12-03T09:19:17.591" v="802" actId="164"/>
          <ac:spMkLst>
            <pc:docMk/>
            <pc:sldMk cId="3728156288" sldId="257"/>
            <ac:spMk id="17" creationId="{2C39B348-5C56-63B8-D222-1FA9052346C7}"/>
          </ac:spMkLst>
        </pc:spChg>
        <pc:spChg chg="add mod ord">
          <ac:chgData name="MONTEIGNIES Laureline" userId="fa822902-14c4-48f0-b4c4-0d24e3900295" providerId="ADAL" clId="{F5B296E7-486B-4FC6-B2E5-3A327F4FB4BA}" dt="2025-12-03T09:19:17.591" v="802" actId="164"/>
          <ac:spMkLst>
            <pc:docMk/>
            <pc:sldMk cId="3728156288" sldId="257"/>
            <ac:spMk id="18" creationId="{9E604573-69D7-AB90-C276-4CC7660912B6}"/>
          </ac:spMkLst>
        </pc:spChg>
        <pc:spChg chg="mod">
          <ac:chgData name="MONTEIGNIES Laureline" userId="fa822902-14c4-48f0-b4c4-0d24e3900295" providerId="ADAL" clId="{F5B296E7-486B-4FC6-B2E5-3A327F4FB4BA}" dt="2025-12-03T09:19:52.310" v="812"/>
          <ac:spMkLst>
            <pc:docMk/>
            <pc:sldMk cId="3728156288" sldId="257"/>
            <ac:spMk id="21" creationId="{67FBA3B6-DD6E-D2FB-8FCC-8D30CFD66235}"/>
          </ac:spMkLst>
        </pc:spChg>
        <pc:spChg chg="mod">
          <ac:chgData name="MONTEIGNIES Laureline" userId="fa822902-14c4-48f0-b4c4-0d24e3900295" providerId="ADAL" clId="{F5B296E7-486B-4FC6-B2E5-3A327F4FB4BA}" dt="2025-12-03T09:19:52.310" v="812"/>
          <ac:spMkLst>
            <pc:docMk/>
            <pc:sldMk cId="3728156288" sldId="257"/>
            <ac:spMk id="22" creationId="{27FF628F-6BF5-DD21-8071-ED436A954F67}"/>
          </ac:spMkLst>
        </pc:spChg>
        <pc:spChg chg="mod">
          <ac:chgData name="MONTEIGNIES Laureline" userId="fa822902-14c4-48f0-b4c4-0d24e3900295" providerId="ADAL" clId="{F5B296E7-486B-4FC6-B2E5-3A327F4FB4BA}" dt="2025-12-03T09:19:52.310" v="812"/>
          <ac:spMkLst>
            <pc:docMk/>
            <pc:sldMk cId="3728156288" sldId="257"/>
            <ac:spMk id="23" creationId="{17D4A2B6-B3C6-1B18-25FF-6D8A81E7420A}"/>
          </ac:spMkLst>
        </pc:spChg>
        <pc:spChg chg="mod">
          <ac:chgData name="MONTEIGNIES Laureline" userId="fa822902-14c4-48f0-b4c4-0d24e3900295" providerId="ADAL" clId="{F5B296E7-486B-4FC6-B2E5-3A327F4FB4BA}" dt="2025-12-03T09:19:52.310" v="812"/>
          <ac:spMkLst>
            <pc:docMk/>
            <pc:sldMk cId="3728156288" sldId="257"/>
            <ac:spMk id="24" creationId="{1228C246-B1DC-3AB2-C52C-E653A19E7D7E}"/>
          </ac:spMkLst>
        </pc:spChg>
        <pc:spChg chg="add del mod">
          <ac:chgData name="MONTEIGNIES Laureline" userId="fa822902-14c4-48f0-b4c4-0d24e3900295" providerId="ADAL" clId="{F5B296E7-486B-4FC6-B2E5-3A327F4FB4BA}" dt="2025-12-03T09:50:29.312" v="1737" actId="478"/>
          <ac:spMkLst>
            <pc:docMk/>
            <pc:sldMk cId="3728156288" sldId="257"/>
            <ac:spMk id="30" creationId="{AE424E6F-9AD0-43A1-89F7-048AFA689861}"/>
          </ac:spMkLst>
        </pc:spChg>
        <pc:grpChg chg="del mod">
          <ac:chgData name="MONTEIGNIES Laureline" userId="fa822902-14c4-48f0-b4c4-0d24e3900295" providerId="ADAL" clId="{F5B296E7-486B-4FC6-B2E5-3A327F4FB4BA}" dt="2025-12-03T09:17:41.476" v="774" actId="27803"/>
          <ac:grpSpMkLst>
            <pc:docMk/>
            <pc:sldMk cId="3728156288" sldId="257"/>
            <ac:grpSpMk id="14" creationId="{A52F8AB1-67DC-B090-3CAD-C7E52CFC5123}"/>
          </ac:grpSpMkLst>
        </pc:grpChg>
        <pc:grpChg chg="add del mod">
          <ac:chgData name="MONTEIGNIES Laureline" userId="fa822902-14c4-48f0-b4c4-0d24e3900295" providerId="ADAL" clId="{F5B296E7-486B-4FC6-B2E5-3A327F4FB4BA}" dt="2025-12-03T09:50:22.003" v="1736" actId="478"/>
          <ac:grpSpMkLst>
            <pc:docMk/>
            <pc:sldMk cId="3728156288" sldId="257"/>
            <ac:grpSpMk id="19" creationId="{42B8972F-DC09-E5FF-07AA-99C64F3256E2}"/>
          </ac:grpSpMkLst>
        </pc:grpChg>
        <pc:grpChg chg="add mod">
          <ac:chgData name="MONTEIGNIES Laureline" userId="fa822902-14c4-48f0-b4c4-0d24e3900295" providerId="ADAL" clId="{F5B296E7-486B-4FC6-B2E5-3A327F4FB4BA}" dt="2025-12-03T09:19:52.310" v="812"/>
          <ac:grpSpMkLst>
            <pc:docMk/>
            <pc:sldMk cId="3728156288" sldId="257"/>
            <ac:grpSpMk id="20" creationId="{56581C0B-453D-4286-0A10-69A2AFEA21CC}"/>
          </ac:grpSpMkLst>
        </pc:grpChg>
        <pc:picChg chg="add mod">
          <ac:chgData name="MONTEIGNIES Laureline" userId="fa822902-14c4-48f0-b4c4-0d24e3900295" providerId="ADAL" clId="{F5B296E7-486B-4FC6-B2E5-3A327F4FB4BA}" dt="2025-12-03T10:10:51.701" v="1910" actId="1076"/>
          <ac:picMkLst>
            <pc:docMk/>
            <pc:sldMk cId="3728156288" sldId="257"/>
            <ac:picMk id="7" creationId="{536C39FC-E62D-CBC0-DF6D-D17AAFA5AB58}"/>
          </ac:picMkLst>
        </pc:picChg>
        <pc:picChg chg="add mod">
          <ac:chgData name="MONTEIGNIES Laureline" userId="fa822902-14c4-48f0-b4c4-0d24e3900295" providerId="ADAL" clId="{F5B296E7-486B-4FC6-B2E5-3A327F4FB4BA}" dt="2025-12-03T15:16:43.012" v="6835" actId="1076"/>
          <ac:picMkLst>
            <pc:docMk/>
            <pc:sldMk cId="3728156288" sldId="257"/>
            <ac:picMk id="9" creationId="{3B9C28CD-A741-D3BC-BCAB-A1CC1F9DAC62}"/>
          </ac:picMkLst>
        </pc:picChg>
        <pc:picChg chg="add del mod">
          <ac:chgData name="MONTEIGNIES Laureline" userId="fa822902-14c4-48f0-b4c4-0d24e3900295" providerId="ADAL" clId="{F5B296E7-486B-4FC6-B2E5-3A327F4FB4BA}" dt="2025-12-03T09:16:45.576" v="765" actId="478"/>
          <ac:picMkLst>
            <pc:docMk/>
            <pc:sldMk cId="3728156288" sldId="257"/>
            <ac:picMk id="11" creationId="{77EF8878-8CAA-21AE-DDCC-85C6449802AE}"/>
          </ac:picMkLst>
        </pc:picChg>
        <pc:picChg chg="add del mod">
          <ac:chgData name="MONTEIGNIES Laureline" userId="fa822902-14c4-48f0-b4c4-0d24e3900295" providerId="ADAL" clId="{F5B296E7-486B-4FC6-B2E5-3A327F4FB4BA}" dt="2025-12-03T09:17:41.476" v="774" actId="27803"/>
          <ac:picMkLst>
            <pc:docMk/>
            <pc:sldMk cId="3728156288" sldId="257"/>
            <ac:picMk id="13" creationId="{B7B152AD-364A-474F-9640-F3A01E5D2130}"/>
          </ac:picMkLst>
        </pc:picChg>
        <pc:picChg chg="add mod">
          <ac:chgData name="MONTEIGNIES Laureline" userId="fa822902-14c4-48f0-b4c4-0d24e3900295" providerId="ADAL" clId="{F5B296E7-486B-4FC6-B2E5-3A327F4FB4BA}" dt="2025-12-03T15:16:43.012" v="6835" actId="1076"/>
          <ac:picMkLst>
            <pc:docMk/>
            <pc:sldMk cId="3728156288" sldId="257"/>
            <ac:picMk id="25" creationId="{27A42C49-E9A7-61B4-7843-6E08E25CF722}"/>
          </ac:picMkLst>
        </pc:picChg>
        <pc:picChg chg="add del">
          <ac:chgData name="MONTEIGNIES Laureline" userId="fa822902-14c4-48f0-b4c4-0d24e3900295" providerId="ADAL" clId="{F5B296E7-486B-4FC6-B2E5-3A327F4FB4BA}" dt="2025-12-03T09:23:07.470" v="992" actId="478"/>
          <ac:picMkLst>
            <pc:docMk/>
            <pc:sldMk cId="3728156288" sldId="257"/>
            <ac:picMk id="27" creationId="{BBD69055-B7B5-0CEC-5D50-E9CB6BF9A71C}"/>
          </ac:picMkLst>
        </pc:picChg>
        <pc:picChg chg="add del mod modCrop">
          <ac:chgData name="MONTEIGNIES Laureline" userId="fa822902-14c4-48f0-b4c4-0d24e3900295" providerId="ADAL" clId="{F5B296E7-486B-4FC6-B2E5-3A327F4FB4BA}" dt="2025-12-03T09:30:42.157" v="1403" actId="478"/>
          <ac:picMkLst>
            <pc:docMk/>
            <pc:sldMk cId="3728156288" sldId="257"/>
            <ac:picMk id="29" creationId="{17881860-FF4E-DBB0-3C8A-F8DDD2F6139D}"/>
          </ac:picMkLst>
        </pc:picChg>
        <pc:picChg chg="add del mod modCrop">
          <ac:chgData name="MONTEIGNIES Laureline" userId="fa822902-14c4-48f0-b4c4-0d24e3900295" providerId="ADAL" clId="{F5B296E7-486B-4FC6-B2E5-3A327F4FB4BA}" dt="2025-12-03T09:59:17.492" v="1854" actId="21"/>
          <ac:picMkLst>
            <pc:docMk/>
            <pc:sldMk cId="3728156288" sldId="257"/>
            <ac:picMk id="31" creationId="{8F69A57D-FCEA-35E8-AEB3-FA2D32B0AF67}"/>
          </ac:picMkLst>
        </pc:picChg>
        <pc:picChg chg="add mod">
          <ac:chgData name="MONTEIGNIES Laureline" userId="fa822902-14c4-48f0-b4c4-0d24e3900295" providerId="ADAL" clId="{F5B296E7-486B-4FC6-B2E5-3A327F4FB4BA}" dt="2025-12-03T09:58:44.591" v="1841"/>
          <ac:picMkLst>
            <pc:docMk/>
            <pc:sldMk cId="3728156288" sldId="257"/>
            <ac:picMk id="32" creationId="{DF3380D7-5AC4-B502-3F15-613768FDD0A4}"/>
          </ac:picMkLst>
        </pc:picChg>
        <pc:picChg chg="add del mod">
          <ac:chgData name="MONTEIGNIES Laureline" userId="fa822902-14c4-48f0-b4c4-0d24e3900295" providerId="ADAL" clId="{F5B296E7-486B-4FC6-B2E5-3A327F4FB4BA}" dt="2025-12-03T09:58:55.482" v="1846" actId="478"/>
          <ac:picMkLst>
            <pc:docMk/>
            <pc:sldMk cId="3728156288" sldId="257"/>
            <ac:picMk id="33" creationId="{1E5C5037-75FB-6ECE-EAF4-4F03B9534BDB}"/>
          </ac:picMkLst>
        </pc:picChg>
      </pc:sldChg>
      <pc:sldChg chg="addSp delSp modSp new del mod modNotesTx">
        <pc:chgData name="MONTEIGNIES Laureline" userId="fa822902-14c4-48f0-b4c4-0d24e3900295" providerId="ADAL" clId="{F5B296E7-486B-4FC6-B2E5-3A327F4FB4BA}" dt="2025-12-03T12:40:25.193" v="5482" actId="47"/>
        <pc:sldMkLst>
          <pc:docMk/>
          <pc:sldMk cId="4267339358" sldId="258"/>
        </pc:sldMkLst>
        <pc:spChg chg="del mod">
          <ac:chgData name="MONTEIGNIES Laureline" userId="fa822902-14c4-48f0-b4c4-0d24e3900295" providerId="ADAL" clId="{F5B296E7-486B-4FC6-B2E5-3A327F4FB4BA}" dt="2025-12-03T09:51:23.573" v="1756" actId="478"/>
          <ac:spMkLst>
            <pc:docMk/>
            <pc:sldMk cId="4267339358" sldId="258"/>
            <ac:spMk id="2" creationId="{65AAC9B3-475C-3317-BADC-189717C59818}"/>
          </ac:spMkLst>
        </pc:spChg>
        <pc:spChg chg="mod">
          <ac:chgData name="MONTEIGNIES Laureline" userId="fa822902-14c4-48f0-b4c4-0d24e3900295" providerId="ADAL" clId="{F5B296E7-486B-4FC6-B2E5-3A327F4FB4BA}" dt="2025-12-03T10:35:23.961" v="2247" actId="1076"/>
          <ac:spMkLst>
            <pc:docMk/>
            <pc:sldMk cId="4267339358" sldId="258"/>
            <ac:spMk id="3" creationId="{2559457C-5FB0-50E2-5A3E-DB87C43F952B}"/>
          </ac:spMkLst>
        </pc:spChg>
        <pc:spChg chg="del">
          <ac:chgData name="MONTEIGNIES Laureline" userId="fa822902-14c4-48f0-b4c4-0d24e3900295" providerId="ADAL" clId="{F5B296E7-486B-4FC6-B2E5-3A327F4FB4BA}" dt="2025-12-03T10:11:37.689" v="1958" actId="478"/>
          <ac:spMkLst>
            <pc:docMk/>
            <pc:sldMk cId="4267339358" sldId="258"/>
            <ac:spMk id="4" creationId="{A56962A3-3661-224B-E2C0-24EE1E5FE5C2}"/>
          </ac:spMkLst>
        </pc:spChg>
        <pc:spChg chg="add mod">
          <ac:chgData name="MONTEIGNIES Laureline" userId="fa822902-14c4-48f0-b4c4-0d24e3900295" providerId="ADAL" clId="{F5B296E7-486B-4FC6-B2E5-3A327F4FB4BA}" dt="2025-12-03T12:20:45.829" v="4797" actId="20577"/>
          <ac:spMkLst>
            <pc:docMk/>
            <pc:sldMk cId="4267339358" sldId="258"/>
            <ac:spMk id="5" creationId="{64D2A9A8-E58F-1611-9B6C-68282B1406D4}"/>
          </ac:spMkLst>
        </pc:spChg>
        <pc:spChg chg="add del mod">
          <ac:chgData name="MONTEIGNIES Laureline" userId="fa822902-14c4-48f0-b4c4-0d24e3900295" providerId="ADAL" clId="{F5B296E7-486B-4FC6-B2E5-3A327F4FB4BA}" dt="2025-12-03T09:51:24.874" v="1757" actId="478"/>
          <ac:spMkLst>
            <pc:docMk/>
            <pc:sldMk cId="4267339358" sldId="258"/>
            <ac:spMk id="7" creationId="{DD5E6A22-0F6C-C1B8-B0C2-969215E54FB3}"/>
          </ac:spMkLst>
        </pc:spChg>
        <pc:spChg chg="add mod">
          <ac:chgData name="MONTEIGNIES Laureline" userId="fa822902-14c4-48f0-b4c4-0d24e3900295" providerId="ADAL" clId="{F5B296E7-486B-4FC6-B2E5-3A327F4FB4BA}" dt="2025-12-03T10:53:37.098" v="2947" actId="13926"/>
          <ac:spMkLst>
            <pc:docMk/>
            <pc:sldMk cId="4267339358" sldId="258"/>
            <ac:spMk id="9" creationId="{6C0F5727-5E44-394F-9846-22DC1C22BF6B}"/>
          </ac:spMkLst>
        </pc:spChg>
        <pc:spChg chg="add mod">
          <ac:chgData name="MONTEIGNIES Laureline" userId="fa822902-14c4-48f0-b4c4-0d24e3900295" providerId="ADAL" clId="{F5B296E7-486B-4FC6-B2E5-3A327F4FB4BA}" dt="2025-12-03T10:19:49.441" v="2001"/>
          <ac:spMkLst>
            <pc:docMk/>
            <pc:sldMk cId="4267339358" sldId="258"/>
            <ac:spMk id="11" creationId="{9D6F78CC-04AF-0813-0FE3-09BCD37D650A}"/>
          </ac:spMkLst>
        </pc:spChg>
        <pc:spChg chg="add mod">
          <ac:chgData name="MONTEIGNIES Laureline" userId="fa822902-14c4-48f0-b4c4-0d24e3900295" providerId="ADAL" clId="{F5B296E7-486B-4FC6-B2E5-3A327F4FB4BA}" dt="2025-12-03T12:21:01.686" v="4799" actId="1582"/>
          <ac:spMkLst>
            <pc:docMk/>
            <pc:sldMk cId="4267339358" sldId="258"/>
            <ac:spMk id="12" creationId="{466D43FC-8392-E569-DD1D-ED95BF57DBC1}"/>
          </ac:spMkLst>
        </pc:spChg>
        <pc:spChg chg="add">
          <ac:chgData name="MONTEIGNIES Laureline" userId="fa822902-14c4-48f0-b4c4-0d24e3900295" providerId="ADAL" clId="{F5B296E7-486B-4FC6-B2E5-3A327F4FB4BA}" dt="2025-12-03T10:36:19.851" v="2252"/>
          <ac:spMkLst>
            <pc:docMk/>
            <pc:sldMk cId="4267339358" sldId="258"/>
            <ac:spMk id="13" creationId="{B361A2FC-B7D1-A545-B506-DF7824A6588E}"/>
          </ac:spMkLst>
        </pc:spChg>
        <pc:spChg chg="add">
          <ac:chgData name="MONTEIGNIES Laureline" userId="fa822902-14c4-48f0-b4c4-0d24e3900295" providerId="ADAL" clId="{F5B296E7-486B-4FC6-B2E5-3A327F4FB4BA}" dt="2025-12-03T10:36:36.816" v="2253"/>
          <ac:spMkLst>
            <pc:docMk/>
            <pc:sldMk cId="4267339358" sldId="258"/>
            <ac:spMk id="14" creationId="{66654E8F-1870-1087-5205-C6E8B087B8CC}"/>
          </ac:spMkLst>
        </pc:spChg>
        <pc:spChg chg="add">
          <ac:chgData name="MONTEIGNIES Laureline" userId="fa822902-14c4-48f0-b4c4-0d24e3900295" providerId="ADAL" clId="{F5B296E7-486B-4FC6-B2E5-3A327F4FB4BA}" dt="2025-12-03T10:36:53.317" v="2254"/>
          <ac:spMkLst>
            <pc:docMk/>
            <pc:sldMk cId="4267339358" sldId="258"/>
            <ac:spMk id="15" creationId="{23A4F9F2-8472-11DC-AADC-CD1FA390BD0B}"/>
          </ac:spMkLst>
        </pc:spChg>
        <pc:spChg chg="add mod">
          <ac:chgData name="MONTEIGNIES Laureline" userId="fa822902-14c4-48f0-b4c4-0d24e3900295" providerId="ADAL" clId="{F5B296E7-486B-4FC6-B2E5-3A327F4FB4BA}" dt="2025-12-03T10:56:35.933" v="2979" actId="1582"/>
          <ac:spMkLst>
            <pc:docMk/>
            <pc:sldMk cId="4267339358" sldId="258"/>
            <ac:spMk id="18" creationId="{C695ECD6-C167-68A8-B590-9232B833EEDF}"/>
          </ac:spMkLst>
        </pc:spChg>
        <pc:picChg chg="add del mod">
          <ac:chgData name="MONTEIGNIES Laureline" userId="fa822902-14c4-48f0-b4c4-0d24e3900295" providerId="ADAL" clId="{F5B296E7-486B-4FC6-B2E5-3A327F4FB4BA}" dt="2025-12-03T10:36:14.379" v="2251" actId="478"/>
          <ac:picMkLst>
            <pc:docMk/>
            <pc:sldMk cId="4267339358" sldId="258"/>
            <ac:picMk id="10" creationId="{D4CD48EC-6671-E4DE-671B-3A25B0B72558}"/>
          </ac:picMkLst>
        </pc:picChg>
        <pc:picChg chg="add mod">
          <ac:chgData name="MONTEIGNIES Laureline" userId="fa822902-14c4-48f0-b4c4-0d24e3900295" providerId="ADAL" clId="{F5B296E7-486B-4FC6-B2E5-3A327F4FB4BA}" dt="2025-12-03T10:38:21.428" v="2262" actId="1076"/>
          <ac:picMkLst>
            <pc:docMk/>
            <pc:sldMk cId="4267339358" sldId="258"/>
            <ac:picMk id="17" creationId="{E1E5068F-FAF9-B6C8-D347-0C081A65ADC2}"/>
          </ac:picMkLst>
        </pc:picChg>
      </pc:sldChg>
      <pc:sldChg chg="addSp delSp modSp new mod ord modNotesTx">
        <pc:chgData name="MONTEIGNIES Laureline" userId="fa822902-14c4-48f0-b4c4-0d24e3900295" providerId="ADAL" clId="{F5B296E7-486B-4FC6-B2E5-3A327F4FB4BA}" dt="2025-12-03T15:08:59.253" v="6725" actId="166"/>
        <pc:sldMkLst>
          <pc:docMk/>
          <pc:sldMk cId="4181090274" sldId="259"/>
        </pc:sldMkLst>
        <pc:spChg chg="del mod">
          <ac:chgData name="MONTEIGNIES Laureline" userId="fa822902-14c4-48f0-b4c4-0d24e3900295" providerId="ADAL" clId="{F5B296E7-486B-4FC6-B2E5-3A327F4FB4BA}" dt="2025-12-03T10:49:29.635" v="2687" actId="478"/>
          <ac:spMkLst>
            <pc:docMk/>
            <pc:sldMk cId="4181090274" sldId="259"/>
            <ac:spMk id="2" creationId="{EB92B69B-1185-1AB0-1830-3A928361F75B}"/>
          </ac:spMkLst>
        </pc:spChg>
        <pc:spChg chg="del">
          <ac:chgData name="MONTEIGNIES Laureline" userId="fa822902-14c4-48f0-b4c4-0d24e3900295" providerId="ADAL" clId="{F5B296E7-486B-4FC6-B2E5-3A327F4FB4BA}" dt="2025-12-03T12:19:51.328" v="4785" actId="478"/>
          <ac:spMkLst>
            <pc:docMk/>
            <pc:sldMk cId="4181090274" sldId="259"/>
            <ac:spMk id="3" creationId="{0B766DD5-1E51-235C-4927-86F4AA14D64E}"/>
          </ac:spMkLst>
        </pc:spChg>
        <pc:spChg chg="del">
          <ac:chgData name="MONTEIGNIES Laureline" userId="fa822902-14c4-48f0-b4c4-0d24e3900295" providerId="ADAL" clId="{F5B296E7-486B-4FC6-B2E5-3A327F4FB4BA}" dt="2025-12-03T12:19:52.975" v="4786" actId="478"/>
          <ac:spMkLst>
            <pc:docMk/>
            <pc:sldMk cId="4181090274" sldId="259"/>
            <ac:spMk id="4" creationId="{B30D9307-B374-5FF7-014C-C630C228D92A}"/>
          </ac:spMkLst>
        </pc:spChg>
        <pc:spChg chg="add mod">
          <ac:chgData name="MONTEIGNIES Laureline" userId="fa822902-14c4-48f0-b4c4-0d24e3900295" providerId="ADAL" clId="{F5B296E7-486B-4FC6-B2E5-3A327F4FB4BA}" dt="2025-12-03T12:22:29.595" v="4813" actId="1076"/>
          <ac:spMkLst>
            <pc:docMk/>
            <pc:sldMk cId="4181090274" sldId="259"/>
            <ac:spMk id="5" creationId="{1B243F9B-F2AA-CD61-FB87-48CBDC810926}"/>
          </ac:spMkLst>
        </pc:spChg>
        <pc:spChg chg="add mod">
          <ac:chgData name="MONTEIGNIES Laureline" userId="fa822902-14c4-48f0-b4c4-0d24e3900295" providerId="ADAL" clId="{F5B296E7-486B-4FC6-B2E5-3A327F4FB4BA}" dt="2025-12-03T12:20:30.869" v="4790" actId="20577"/>
          <ac:spMkLst>
            <pc:docMk/>
            <pc:sldMk cId="4181090274" sldId="259"/>
            <ac:spMk id="6" creationId="{7F351C5B-FA5E-C4B3-B2B5-85CAC33F0FA2}"/>
          </ac:spMkLst>
        </pc:spChg>
        <pc:spChg chg="add del mod">
          <ac:chgData name="MONTEIGNIES Laureline" userId="fa822902-14c4-48f0-b4c4-0d24e3900295" providerId="ADAL" clId="{F5B296E7-486B-4FC6-B2E5-3A327F4FB4BA}" dt="2025-12-03T10:49:32.351" v="2688" actId="478"/>
          <ac:spMkLst>
            <pc:docMk/>
            <pc:sldMk cId="4181090274" sldId="259"/>
            <ac:spMk id="8" creationId="{BDE0D3AA-3D4A-E104-DB12-901F6B766CC4}"/>
          </ac:spMkLst>
        </pc:spChg>
        <pc:spChg chg="add del mod">
          <ac:chgData name="MONTEIGNIES Laureline" userId="fa822902-14c4-48f0-b4c4-0d24e3900295" providerId="ADAL" clId="{F5B296E7-486B-4FC6-B2E5-3A327F4FB4BA}" dt="2025-12-03T12:21:56.695" v="4804" actId="478"/>
          <ac:spMkLst>
            <pc:docMk/>
            <pc:sldMk cId="4181090274" sldId="259"/>
            <ac:spMk id="9" creationId="{FB1883B8-59E1-6514-C425-919945CA27E4}"/>
          </ac:spMkLst>
        </pc:spChg>
        <pc:spChg chg="add mod">
          <ac:chgData name="MONTEIGNIES Laureline" userId="fa822902-14c4-48f0-b4c4-0d24e3900295" providerId="ADAL" clId="{F5B296E7-486B-4FC6-B2E5-3A327F4FB4BA}" dt="2025-12-03T13:22:31.211" v="5954" actId="1076"/>
          <ac:spMkLst>
            <pc:docMk/>
            <pc:sldMk cId="4181090274" sldId="259"/>
            <ac:spMk id="10" creationId="{1C8C19B5-5B19-F8F5-3F90-E8B6F82DF736}"/>
          </ac:spMkLst>
        </pc:spChg>
        <pc:spChg chg="add del mod">
          <ac:chgData name="MONTEIGNIES Laureline" userId="fa822902-14c4-48f0-b4c4-0d24e3900295" providerId="ADAL" clId="{F5B296E7-486B-4FC6-B2E5-3A327F4FB4BA}" dt="2025-12-03T12:19:49.154" v="4784" actId="478"/>
          <ac:spMkLst>
            <pc:docMk/>
            <pc:sldMk cId="4181090274" sldId="259"/>
            <ac:spMk id="11" creationId="{7E651EF7-92F8-AD38-525B-DB2BE4225905}"/>
          </ac:spMkLst>
        </pc:spChg>
        <pc:spChg chg="add del mod">
          <ac:chgData name="MONTEIGNIES Laureline" userId="fa822902-14c4-48f0-b4c4-0d24e3900295" providerId="ADAL" clId="{F5B296E7-486B-4FC6-B2E5-3A327F4FB4BA}" dt="2025-12-03T13:01:49.250" v="5712" actId="478"/>
          <ac:spMkLst>
            <pc:docMk/>
            <pc:sldMk cId="4181090274" sldId="259"/>
            <ac:spMk id="13" creationId="{74E09A31-AD51-B538-E2CE-2650BC776F75}"/>
          </ac:spMkLst>
        </pc:spChg>
        <pc:spChg chg="add mod">
          <ac:chgData name="MONTEIGNIES Laureline" userId="fa822902-14c4-48f0-b4c4-0d24e3900295" providerId="ADAL" clId="{F5B296E7-486B-4FC6-B2E5-3A327F4FB4BA}" dt="2025-12-03T15:08:54.680" v="6724" actId="14100"/>
          <ac:spMkLst>
            <pc:docMk/>
            <pc:sldMk cId="4181090274" sldId="259"/>
            <ac:spMk id="35" creationId="{1EBCC946-8784-FC06-0E9F-F16AE27538F0}"/>
          </ac:spMkLst>
        </pc:spChg>
        <pc:spChg chg="add mod">
          <ac:chgData name="MONTEIGNIES Laureline" userId="fa822902-14c4-48f0-b4c4-0d24e3900295" providerId="ADAL" clId="{F5B296E7-486B-4FC6-B2E5-3A327F4FB4BA}" dt="2025-12-03T13:39:08.619" v="6258" actId="1076"/>
          <ac:spMkLst>
            <pc:docMk/>
            <pc:sldMk cId="4181090274" sldId="259"/>
            <ac:spMk id="36" creationId="{C645DF3D-3DCF-D1B4-BE02-EBA196783DAF}"/>
          </ac:spMkLst>
        </pc:spChg>
        <pc:picChg chg="add del mod modCrop">
          <ac:chgData name="MONTEIGNIES Laureline" userId="fa822902-14c4-48f0-b4c4-0d24e3900295" providerId="ADAL" clId="{F5B296E7-486B-4FC6-B2E5-3A327F4FB4BA}" dt="2025-12-03T12:50:24.499" v="5653" actId="478"/>
          <ac:picMkLst>
            <pc:docMk/>
            <pc:sldMk cId="4181090274" sldId="259"/>
            <ac:picMk id="2" creationId="{F7AF910A-2A0A-0695-7E0A-D715A058AE77}"/>
          </ac:picMkLst>
        </pc:picChg>
        <pc:picChg chg="add del mod modCrop">
          <ac:chgData name="MONTEIGNIES Laureline" userId="fa822902-14c4-48f0-b4c4-0d24e3900295" providerId="ADAL" clId="{F5B296E7-486B-4FC6-B2E5-3A327F4FB4BA}" dt="2025-12-03T12:51:58.543" v="5663" actId="478"/>
          <ac:picMkLst>
            <pc:docMk/>
            <pc:sldMk cId="4181090274" sldId="259"/>
            <ac:picMk id="7" creationId="{A9C01306-D434-1912-91F1-9B4BEDDC17BD}"/>
          </ac:picMkLst>
        </pc:picChg>
        <pc:picChg chg="add del mod modCrop">
          <ac:chgData name="MONTEIGNIES Laureline" userId="fa822902-14c4-48f0-b4c4-0d24e3900295" providerId="ADAL" clId="{F5B296E7-486B-4FC6-B2E5-3A327F4FB4BA}" dt="2025-12-03T12:55:13.406" v="5677" actId="478"/>
          <ac:picMkLst>
            <pc:docMk/>
            <pc:sldMk cId="4181090274" sldId="259"/>
            <ac:picMk id="8" creationId="{5FE9FFA2-E906-2F63-318D-4C4BFC58B745}"/>
          </ac:picMkLst>
        </pc:picChg>
        <pc:picChg chg="add del mod modCrop">
          <ac:chgData name="MONTEIGNIES Laureline" userId="fa822902-14c4-48f0-b4c4-0d24e3900295" providerId="ADAL" clId="{F5B296E7-486B-4FC6-B2E5-3A327F4FB4BA}" dt="2025-12-03T13:01:47.248" v="5710" actId="478"/>
          <ac:picMkLst>
            <pc:docMk/>
            <pc:sldMk cId="4181090274" sldId="259"/>
            <ac:picMk id="19" creationId="{2DB4A0CA-1321-E4E0-15C9-F23E77C8C5B9}"/>
          </ac:picMkLst>
        </pc:picChg>
        <pc:picChg chg="add del mod modCrop">
          <ac:chgData name="MONTEIGNIES Laureline" userId="fa822902-14c4-48f0-b4c4-0d24e3900295" providerId="ADAL" clId="{F5B296E7-486B-4FC6-B2E5-3A327F4FB4BA}" dt="2025-12-03T13:01:47.248" v="5710" actId="478"/>
          <ac:picMkLst>
            <pc:docMk/>
            <pc:sldMk cId="4181090274" sldId="259"/>
            <ac:picMk id="23" creationId="{607B9C74-07DD-9E0A-0B01-EEC709CCF792}"/>
          </ac:picMkLst>
        </pc:picChg>
        <pc:picChg chg="add del mod ord modCrop">
          <ac:chgData name="MONTEIGNIES Laureline" userId="fa822902-14c4-48f0-b4c4-0d24e3900295" providerId="ADAL" clId="{F5B296E7-486B-4FC6-B2E5-3A327F4FB4BA}" dt="2025-12-03T13:01:47.248" v="5710" actId="478"/>
          <ac:picMkLst>
            <pc:docMk/>
            <pc:sldMk cId="4181090274" sldId="259"/>
            <ac:picMk id="25" creationId="{B3CC43D7-3A92-7444-A137-8F1E9ECCBF05}"/>
          </ac:picMkLst>
        </pc:picChg>
        <pc:picChg chg="add del mod">
          <ac:chgData name="MONTEIGNIES Laureline" userId="fa822902-14c4-48f0-b4c4-0d24e3900295" providerId="ADAL" clId="{F5B296E7-486B-4FC6-B2E5-3A327F4FB4BA}" dt="2025-12-03T13:01:47.248" v="5710" actId="478"/>
          <ac:picMkLst>
            <pc:docMk/>
            <pc:sldMk cId="4181090274" sldId="259"/>
            <ac:picMk id="27" creationId="{C8F48EAD-E036-1A71-CA27-79E852A66A3C}"/>
          </ac:picMkLst>
        </pc:picChg>
        <pc:picChg chg="add del mod">
          <ac:chgData name="MONTEIGNIES Laureline" userId="fa822902-14c4-48f0-b4c4-0d24e3900295" providerId="ADAL" clId="{F5B296E7-486B-4FC6-B2E5-3A327F4FB4BA}" dt="2025-12-03T13:01:48.017" v="5711" actId="478"/>
          <ac:picMkLst>
            <pc:docMk/>
            <pc:sldMk cId="4181090274" sldId="259"/>
            <ac:picMk id="30" creationId="{E1A4336C-208E-7181-C7DE-F3E08A842325}"/>
          </ac:picMkLst>
        </pc:picChg>
        <pc:picChg chg="add del mod">
          <ac:chgData name="MONTEIGNIES Laureline" userId="fa822902-14c4-48f0-b4c4-0d24e3900295" providerId="ADAL" clId="{F5B296E7-486B-4FC6-B2E5-3A327F4FB4BA}" dt="2025-12-03T13:19:23.489" v="5797" actId="478"/>
          <ac:picMkLst>
            <pc:docMk/>
            <pc:sldMk cId="4181090274" sldId="259"/>
            <ac:picMk id="34" creationId="{11EC70E3-8264-7D67-1F41-10220DAB8C49}"/>
          </ac:picMkLst>
        </pc:picChg>
        <pc:picChg chg="add mod">
          <ac:chgData name="MONTEIGNIES Laureline" userId="fa822902-14c4-48f0-b4c4-0d24e3900295" providerId="ADAL" clId="{F5B296E7-486B-4FC6-B2E5-3A327F4FB4BA}" dt="2025-12-03T15:08:59.253" v="6725" actId="166"/>
          <ac:picMkLst>
            <pc:docMk/>
            <pc:sldMk cId="4181090274" sldId="259"/>
            <ac:picMk id="1026" creationId="{2E0CDD8A-D9A6-E214-0A8D-D39C3094B6C2}"/>
          </ac:picMkLst>
        </pc:picChg>
        <pc:picChg chg="add mod">
          <ac:chgData name="MONTEIGNIES Laureline" userId="fa822902-14c4-48f0-b4c4-0d24e3900295" providerId="ADAL" clId="{F5B296E7-486B-4FC6-B2E5-3A327F4FB4BA}" dt="2025-12-03T13:39:20.648" v="6270" actId="1036"/>
          <ac:picMkLst>
            <pc:docMk/>
            <pc:sldMk cId="4181090274" sldId="259"/>
            <ac:picMk id="1028" creationId="{D0712943-7502-212E-D0AF-80AF455F14CA}"/>
          </ac:picMkLst>
        </pc:picChg>
        <pc:cxnChg chg="add del mod">
          <ac:chgData name="MONTEIGNIES Laureline" userId="fa822902-14c4-48f0-b4c4-0d24e3900295" providerId="ADAL" clId="{F5B296E7-486B-4FC6-B2E5-3A327F4FB4BA}" dt="2025-12-03T13:01:47.248" v="5710" actId="478"/>
          <ac:cxnSpMkLst>
            <pc:docMk/>
            <pc:sldMk cId="4181090274" sldId="259"/>
            <ac:cxnSpMk id="15" creationId="{1FB70E67-3218-3E29-2E14-2EE3372EF708}"/>
          </ac:cxnSpMkLst>
        </pc:cxnChg>
        <pc:cxnChg chg="add del mod">
          <ac:chgData name="MONTEIGNIES Laureline" userId="fa822902-14c4-48f0-b4c4-0d24e3900295" providerId="ADAL" clId="{F5B296E7-486B-4FC6-B2E5-3A327F4FB4BA}" dt="2025-12-03T13:01:47.248" v="5710" actId="478"/>
          <ac:cxnSpMkLst>
            <pc:docMk/>
            <pc:sldMk cId="4181090274" sldId="259"/>
            <ac:cxnSpMk id="16" creationId="{E90DBFBE-D4B5-F32A-A859-B8C1AF438084}"/>
          </ac:cxnSpMkLst>
        </pc:cxnChg>
      </pc:sldChg>
      <pc:sldChg chg="modSp new del mod">
        <pc:chgData name="MONTEIGNIES Laureline" userId="fa822902-14c4-48f0-b4c4-0d24e3900295" providerId="ADAL" clId="{F5B296E7-486B-4FC6-B2E5-3A327F4FB4BA}" dt="2025-12-03T12:09:19.056" v="4778" actId="47"/>
        <pc:sldMkLst>
          <pc:docMk/>
          <pc:sldMk cId="2392510444" sldId="260"/>
        </pc:sldMkLst>
        <pc:spChg chg="mod">
          <ac:chgData name="MONTEIGNIES Laureline" userId="fa822902-14c4-48f0-b4c4-0d24e3900295" providerId="ADAL" clId="{F5B296E7-486B-4FC6-B2E5-3A327F4FB4BA}" dt="2025-12-03T10:31:09.843" v="2136" actId="20577"/>
          <ac:spMkLst>
            <pc:docMk/>
            <pc:sldMk cId="2392510444" sldId="260"/>
            <ac:spMk id="2" creationId="{6E6B727A-25E4-8A45-3100-502738DA35CD}"/>
          </ac:spMkLst>
        </pc:spChg>
        <pc:spChg chg="mod">
          <ac:chgData name="MONTEIGNIES Laureline" userId="fa822902-14c4-48f0-b4c4-0d24e3900295" providerId="ADAL" clId="{F5B296E7-486B-4FC6-B2E5-3A327F4FB4BA}" dt="2025-12-03T12:09:01.208" v="4775" actId="27636"/>
          <ac:spMkLst>
            <pc:docMk/>
            <pc:sldMk cId="2392510444" sldId="260"/>
            <ac:spMk id="3" creationId="{220E0BE2-BE51-0D47-7685-56A867A912B8}"/>
          </ac:spMkLst>
        </pc:spChg>
        <pc:spChg chg="mod">
          <ac:chgData name="MONTEIGNIES Laureline" userId="fa822902-14c4-48f0-b4c4-0d24e3900295" providerId="ADAL" clId="{F5B296E7-486B-4FC6-B2E5-3A327F4FB4BA}" dt="2025-12-03T12:09:01.204" v="4774" actId="27636"/>
          <ac:spMkLst>
            <pc:docMk/>
            <pc:sldMk cId="2392510444" sldId="260"/>
            <ac:spMk id="4" creationId="{8F64E75E-28A1-C0A1-EA7B-9CBB875DD78A}"/>
          </ac:spMkLst>
        </pc:spChg>
      </pc:sldChg>
      <pc:sldChg chg="addSp delSp modSp add mod modNotesTx">
        <pc:chgData name="MONTEIGNIES Laureline" userId="fa822902-14c4-48f0-b4c4-0d24e3900295" providerId="ADAL" clId="{F5B296E7-486B-4FC6-B2E5-3A327F4FB4BA}" dt="2025-12-03T14:09:58.609" v="6651" actId="948"/>
        <pc:sldMkLst>
          <pc:docMk/>
          <pc:sldMk cId="2800659157" sldId="261"/>
        </pc:sldMkLst>
        <pc:spChg chg="mod">
          <ac:chgData name="MONTEIGNIES Laureline" userId="fa822902-14c4-48f0-b4c4-0d24e3900295" providerId="ADAL" clId="{F5B296E7-486B-4FC6-B2E5-3A327F4FB4BA}" dt="2025-12-03T12:08:50.519" v="4772" actId="20577"/>
          <ac:spMkLst>
            <pc:docMk/>
            <pc:sldMk cId="2800659157" sldId="261"/>
            <ac:spMk id="2" creationId="{C0DF8AA9-9C8C-9AC7-6EBB-67207704746B}"/>
          </ac:spMkLst>
        </pc:spChg>
        <pc:spChg chg="mod">
          <ac:chgData name="MONTEIGNIES Laureline" userId="fa822902-14c4-48f0-b4c4-0d24e3900295" providerId="ADAL" clId="{F5B296E7-486B-4FC6-B2E5-3A327F4FB4BA}" dt="2025-12-03T14:09:58.609" v="6651" actId="948"/>
          <ac:spMkLst>
            <pc:docMk/>
            <pc:sldMk cId="2800659157" sldId="261"/>
            <ac:spMk id="3" creationId="{47C9EB27-69A1-5E9C-79F6-238B02F161FC}"/>
          </ac:spMkLst>
        </pc:spChg>
        <pc:spChg chg="mod">
          <ac:chgData name="MONTEIGNIES Laureline" userId="fa822902-14c4-48f0-b4c4-0d24e3900295" providerId="ADAL" clId="{F5B296E7-486B-4FC6-B2E5-3A327F4FB4BA}" dt="2025-12-03T14:03:10.990" v="6650" actId="948"/>
          <ac:spMkLst>
            <pc:docMk/>
            <pc:sldMk cId="2800659157" sldId="261"/>
            <ac:spMk id="4" creationId="{C558BB60-B062-60E7-E166-5BF7F855E048}"/>
          </ac:spMkLst>
        </pc:spChg>
        <pc:picChg chg="add del mod">
          <ac:chgData name="MONTEIGNIES Laureline" userId="fa822902-14c4-48f0-b4c4-0d24e3900295" providerId="ADAL" clId="{F5B296E7-486B-4FC6-B2E5-3A327F4FB4BA}" dt="2025-12-03T12:27:15.293" v="5137" actId="478"/>
          <ac:picMkLst>
            <pc:docMk/>
            <pc:sldMk cId="2800659157" sldId="261"/>
            <ac:picMk id="6" creationId="{F3719DB8-9CB9-C8E3-0ED9-C109BC6095D6}"/>
          </ac:picMkLst>
        </pc:picChg>
      </pc:sldChg>
      <pc:sldChg chg="delSp modSp add del mod">
        <pc:chgData name="MONTEIGNIES Laureline" userId="fa822902-14c4-48f0-b4c4-0d24e3900295" providerId="ADAL" clId="{F5B296E7-486B-4FC6-B2E5-3A327F4FB4BA}" dt="2025-12-03T12:29:30.345" v="5151" actId="47"/>
        <pc:sldMkLst>
          <pc:docMk/>
          <pc:sldMk cId="868650150" sldId="262"/>
        </pc:sldMkLst>
        <pc:picChg chg="mod modCrop">
          <ac:chgData name="MONTEIGNIES Laureline" userId="fa822902-14c4-48f0-b4c4-0d24e3900295" providerId="ADAL" clId="{F5B296E7-486B-4FC6-B2E5-3A327F4FB4BA}" dt="2025-12-03T12:29:16.201" v="5149" actId="1076"/>
          <ac:picMkLst>
            <pc:docMk/>
            <pc:sldMk cId="868650150" sldId="262"/>
            <ac:picMk id="5" creationId="{A16691D6-0047-A800-4BFA-3D0D18CE3EF9}"/>
          </ac:picMkLst>
        </pc:picChg>
        <pc:picChg chg="del">
          <ac:chgData name="MONTEIGNIES Laureline" userId="fa822902-14c4-48f0-b4c4-0d24e3900295" providerId="ADAL" clId="{F5B296E7-486B-4FC6-B2E5-3A327F4FB4BA}" dt="2025-12-03T12:29:17.581" v="5150" actId="478"/>
          <ac:picMkLst>
            <pc:docMk/>
            <pc:sldMk cId="868650150" sldId="262"/>
            <ac:picMk id="6" creationId="{D544037C-64D3-13A3-9A80-F1D9DE719233}"/>
          </ac:picMkLst>
        </pc:picChg>
      </pc:sldChg>
      <pc:sldChg chg="addSp delSp modSp add mod delAnim modAnim modNotesTx">
        <pc:chgData name="MONTEIGNIES Laureline" userId="fa822902-14c4-48f0-b4c4-0d24e3900295" providerId="ADAL" clId="{F5B296E7-486B-4FC6-B2E5-3A327F4FB4BA}" dt="2025-12-03T15:02:21.008" v="6663" actId="20577"/>
        <pc:sldMkLst>
          <pc:docMk/>
          <pc:sldMk cId="1746601063" sldId="262"/>
        </pc:sldMkLst>
        <pc:spChg chg="mod">
          <ac:chgData name="MONTEIGNIES Laureline" userId="fa822902-14c4-48f0-b4c4-0d24e3900295" providerId="ADAL" clId="{F5B296E7-486B-4FC6-B2E5-3A327F4FB4BA}" dt="2025-12-03T13:30:42.925" v="6173" actId="115"/>
          <ac:spMkLst>
            <pc:docMk/>
            <pc:sldMk cId="1746601063" sldId="262"/>
            <ac:spMk id="3" creationId="{2559457C-5FB0-50E2-5A3E-DB87C43F952B}"/>
          </ac:spMkLst>
        </pc:spChg>
        <pc:spChg chg="mod">
          <ac:chgData name="MONTEIGNIES Laureline" userId="fa822902-14c4-48f0-b4c4-0d24e3900295" providerId="ADAL" clId="{F5B296E7-486B-4FC6-B2E5-3A327F4FB4BA}" dt="2025-12-03T12:42:04.927" v="5508" actId="20577"/>
          <ac:spMkLst>
            <pc:docMk/>
            <pc:sldMk cId="1746601063" sldId="262"/>
            <ac:spMk id="5" creationId="{64D2A9A8-E58F-1611-9B6C-68282B1406D4}"/>
          </ac:spMkLst>
        </pc:spChg>
        <pc:spChg chg="mod">
          <ac:chgData name="MONTEIGNIES Laureline" userId="fa822902-14c4-48f0-b4c4-0d24e3900295" providerId="ADAL" clId="{F5B296E7-486B-4FC6-B2E5-3A327F4FB4BA}" dt="2025-12-03T13:31:13.941" v="6179" actId="1076"/>
          <ac:spMkLst>
            <pc:docMk/>
            <pc:sldMk cId="1746601063" sldId="262"/>
            <ac:spMk id="9" creationId="{6C0F5727-5E44-394F-9846-22DC1C22BF6B}"/>
          </ac:spMkLst>
        </pc:spChg>
        <pc:spChg chg="add del">
          <ac:chgData name="MONTEIGNIES Laureline" userId="fa822902-14c4-48f0-b4c4-0d24e3900295" providerId="ADAL" clId="{F5B296E7-486B-4FC6-B2E5-3A327F4FB4BA}" dt="2025-12-03T13:13:45.049" v="5762" actId="478"/>
          <ac:spMkLst>
            <pc:docMk/>
            <pc:sldMk cId="1746601063" sldId="262"/>
            <ac:spMk id="10" creationId="{840E8AED-E46C-2395-8264-42A13F608EC7}"/>
          </ac:spMkLst>
        </pc:spChg>
        <pc:spChg chg="mod">
          <ac:chgData name="MONTEIGNIES Laureline" userId="fa822902-14c4-48f0-b4c4-0d24e3900295" providerId="ADAL" clId="{F5B296E7-486B-4FC6-B2E5-3A327F4FB4BA}" dt="2025-12-03T14:00:30.205" v="6643" actId="20577"/>
          <ac:spMkLst>
            <pc:docMk/>
            <pc:sldMk cId="1746601063" sldId="262"/>
            <ac:spMk id="12" creationId="{466D43FC-8392-E569-DD1D-ED95BF57DBC1}"/>
          </ac:spMkLst>
        </pc:spChg>
        <pc:spChg chg="mod">
          <ac:chgData name="MONTEIGNIES Laureline" userId="fa822902-14c4-48f0-b4c4-0d24e3900295" providerId="ADAL" clId="{F5B296E7-486B-4FC6-B2E5-3A327F4FB4BA}" dt="2025-12-03T15:02:21.008" v="6663" actId="20577"/>
          <ac:spMkLst>
            <pc:docMk/>
            <pc:sldMk cId="1746601063" sldId="262"/>
            <ac:spMk id="18" creationId="{C695ECD6-C167-68A8-B590-9232B833EEDF}"/>
          </ac:spMkLst>
        </pc:spChg>
        <pc:spChg chg="add mod">
          <ac:chgData name="MONTEIGNIES Laureline" userId="fa822902-14c4-48f0-b4c4-0d24e3900295" providerId="ADAL" clId="{F5B296E7-486B-4FC6-B2E5-3A327F4FB4BA}" dt="2025-12-03T13:35:56.467" v="6245" actId="164"/>
          <ac:spMkLst>
            <pc:docMk/>
            <pc:sldMk cId="1746601063" sldId="262"/>
            <ac:spMk id="20" creationId="{808DB098-A86F-AA40-5190-87703A8B18EE}"/>
          </ac:spMkLst>
        </pc:spChg>
        <pc:grpChg chg="add del mod">
          <ac:chgData name="MONTEIGNIES Laureline" userId="fa822902-14c4-48f0-b4c4-0d24e3900295" providerId="ADAL" clId="{F5B296E7-486B-4FC6-B2E5-3A327F4FB4BA}" dt="2025-12-03T13:46:17.467" v="6321" actId="21"/>
          <ac:grpSpMkLst>
            <pc:docMk/>
            <pc:sldMk cId="1746601063" sldId="262"/>
            <ac:grpSpMk id="21" creationId="{A04F62E4-498B-1981-4780-3B9F390E2A65}"/>
          </ac:grpSpMkLst>
        </pc:grpChg>
        <pc:picChg chg="add mod modCrop">
          <ac:chgData name="MONTEIGNIES Laureline" userId="fa822902-14c4-48f0-b4c4-0d24e3900295" providerId="ADAL" clId="{F5B296E7-486B-4FC6-B2E5-3A327F4FB4BA}" dt="2025-12-03T12:41:30.349" v="5497" actId="1038"/>
          <ac:picMkLst>
            <pc:docMk/>
            <pc:sldMk cId="1746601063" sldId="262"/>
            <ac:picMk id="2" creationId="{8BEA6797-5FFC-0BA4-81BE-42394137A69A}"/>
          </ac:picMkLst>
        </pc:picChg>
        <pc:picChg chg="add mod ord modCrop">
          <ac:chgData name="MONTEIGNIES Laureline" userId="fa822902-14c4-48f0-b4c4-0d24e3900295" providerId="ADAL" clId="{F5B296E7-486B-4FC6-B2E5-3A327F4FB4BA}" dt="2025-12-03T13:31:04.369" v="6178" actId="14100"/>
          <ac:picMkLst>
            <pc:docMk/>
            <pc:sldMk cId="1746601063" sldId="262"/>
            <ac:picMk id="15" creationId="{F87B202B-75EC-3C0F-9E66-A7ADF9B9D7FA}"/>
          </ac:picMkLst>
        </pc:picChg>
        <pc:picChg chg="add del mod">
          <ac:chgData name="MONTEIGNIES Laureline" userId="fa822902-14c4-48f0-b4c4-0d24e3900295" providerId="ADAL" clId="{F5B296E7-486B-4FC6-B2E5-3A327F4FB4BA}" dt="2025-12-03T13:35:56.467" v="6245" actId="164"/>
          <ac:picMkLst>
            <pc:docMk/>
            <pc:sldMk cId="1746601063" sldId="262"/>
            <ac:picMk id="19" creationId="{3A9CB01A-021A-549C-2515-4891081D1B1C}"/>
          </ac:picMkLst>
        </pc:picChg>
        <pc:cxnChg chg="mod">
          <ac:chgData name="MONTEIGNIES Laureline" userId="fa822902-14c4-48f0-b4c4-0d24e3900295" providerId="ADAL" clId="{F5B296E7-486B-4FC6-B2E5-3A327F4FB4BA}" dt="2025-12-03T12:41:44.997" v="5499" actId="14100"/>
          <ac:cxnSpMkLst>
            <pc:docMk/>
            <pc:sldMk cId="1746601063" sldId="262"/>
            <ac:cxnSpMk id="6" creationId="{4F2DD73E-0823-472E-8096-D761F6CA588E}"/>
          </ac:cxnSpMkLst>
        </pc:cxnChg>
        <pc:cxnChg chg="mod">
          <ac:chgData name="MONTEIGNIES Laureline" userId="fa822902-14c4-48f0-b4c4-0d24e3900295" providerId="ADAL" clId="{F5B296E7-486B-4FC6-B2E5-3A327F4FB4BA}" dt="2025-12-03T12:41:41.368" v="5498" actId="14100"/>
          <ac:cxnSpMkLst>
            <pc:docMk/>
            <pc:sldMk cId="1746601063" sldId="262"/>
            <ac:cxnSpMk id="11" creationId="{5CD70690-F48C-4AAC-ADE1-E6ED221FC7F9}"/>
          </ac:cxnSpMkLst>
        </pc:cxnChg>
      </pc:sldChg>
      <pc:sldChg chg="addSp modSp add mod ord modAnim modNotesTx">
        <pc:chgData name="MONTEIGNIES Laureline" userId="fa822902-14c4-48f0-b4c4-0d24e3900295" providerId="ADAL" clId="{F5B296E7-486B-4FC6-B2E5-3A327F4FB4BA}" dt="2025-12-03T15:18:10.020" v="6837"/>
        <pc:sldMkLst>
          <pc:docMk/>
          <pc:sldMk cId="3483376860" sldId="263"/>
        </pc:sldMkLst>
        <pc:spChg chg="add mod">
          <ac:chgData name="MONTEIGNIES Laureline" userId="fa822902-14c4-48f0-b4c4-0d24e3900295" providerId="ADAL" clId="{F5B296E7-486B-4FC6-B2E5-3A327F4FB4BA}" dt="2025-12-03T15:10:44.863" v="6741" actId="207"/>
          <ac:spMkLst>
            <pc:docMk/>
            <pc:sldMk cId="3483376860" sldId="263"/>
            <ac:spMk id="2" creationId="{E09D9549-B8AF-A3B1-7DB7-E3643C683A2F}"/>
          </ac:spMkLst>
        </pc:spChg>
        <pc:spChg chg="add mod">
          <ac:chgData name="MONTEIGNIES Laureline" userId="fa822902-14c4-48f0-b4c4-0d24e3900295" providerId="ADAL" clId="{F5B296E7-486B-4FC6-B2E5-3A327F4FB4BA}" dt="2025-12-03T15:10:44.863" v="6741" actId="207"/>
          <ac:spMkLst>
            <pc:docMk/>
            <pc:sldMk cId="3483376860" sldId="263"/>
            <ac:spMk id="3" creationId="{CDC251EF-F423-35AC-E7A5-E5A1019C46CA}"/>
          </ac:spMkLst>
        </pc:spChg>
      </pc:sldChg>
      <pc:sldChg chg="addSp delSp modSp add mod modNotesTx">
        <pc:chgData name="MONTEIGNIES Laureline" userId="fa822902-14c4-48f0-b4c4-0d24e3900295" providerId="ADAL" clId="{F5B296E7-486B-4FC6-B2E5-3A327F4FB4BA}" dt="2025-12-03T15:12:00.077" v="6751" actId="6549"/>
        <pc:sldMkLst>
          <pc:docMk/>
          <pc:sldMk cId="3088965963" sldId="264"/>
        </pc:sldMkLst>
        <pc:spChg chg="mod">
          <ac:chgData name="MONTEIGNIES Laureline" userId="fa822902-14c4-48f0-b4c4-0d24e3900295" providerId="ADAL" clId="{F5B296E7-486B-4FC6-B2E5-3A327F4FB4BA}" dt="2025-12-03T13:06:06.534" v="5758" actId="20577"/>
          <ac:spMkLst>
            <pc:docMk/>
            <pc:sldMk cId="3088965963" sldId="264"/>
            <ac:spMk id="2" creationId="{FA9881B8-D695-A003-6858-33FC3068E659}"/>
          </ac:spMkLst>
        </pc:spChg>
        <pc:spChg chg="del">
          <ac:chgData name="MONTEIGNIES Laureline" userId="fa822902-14c4-48f0-b4c4-0d24e3900295" providerId="ADAL" clId="{F5B296E7-486B-4FC6-B2E5-3A327F4FB4BA}" dt="2025-12-03T13:06:12.194" v="5759" actId="478"/>
          <ac:spMkLst>
            <pc:docMk/>
            <pc:sldMk cId="3088965963" sldId="264"/>
            <ac:spMk id="3" creationId="{CCF3B029-5549-B5DB-D198-5F3C153923ED}"/>
          </ac:spMkLst>
        </pc:spChg>
        <pc:spChg chg="del">
          <ac:chgData name="MONTEIGNIES Laureline" userId="fa822902-14c4-48f0-b4c4-0d24e3900295" providerId="ADAL" clId="{F5B296E7-486B-4FC6-B2E5-3A327F4FB4BA}" dt="2025-12-03T13:06:15.924" v="5760" actId="478"/>
          <ac:spMkLst>
            <pc:docMk/>
            <pc:sldMk cId="3088965963" sldId="264"/>
            <ac:spMk id="4" creationId="{C45DED01-50DD-3459-3FFE-BA52CD08EAFB}"/>
          </ac:spMkLst>
        </pc:spChg>
        <pc:spChg chg="add del mod">
          <ac:chgData name="MONTEIGNIES Laureline" userId="fa822902-14c4-48f0-b4c4-0d24e3900295" providerId="ADAL" clId="{F5B296E7-486B-4FC6-B2E5-3A327F4FB4BA}" dt="2025-12-03T15:11:09.457" v="6742" actId="478"/>
          <ac:spMkLst>
            <pc:docMk/>
            <pc:sldMk cId="3088965963" sldId="264"/>
            <ac:spMk id="6" creationId="{CAE966B9-293F-7EAA-6326-617832D517D1}"/>
          </ac:spMkLst>
        </pc:spChg>
        <pc:spChg chg="add del mod">
          <ac:chgData name="MONTEIGNIES Laureline" userId="fa822902-14c4-48f0-b4c4-0d24e3900295" providerId="ADAL" clId="{F5B296E7-486B-4FC6-B2E5-3A327F4FB4BA}" dt="2025-12-03T15:11:10.526" v="6743" actId="478"/>
          <ac:spMkLst>
            <pc:docMk/>
            <pc:sldMk cId="3088965963" sldId="264"/>
            <ac:spMk id="8" creationId="{59E7E7DA-5F2F-959C-3FE0-38D84D65F570}"/>
          </ac:spMkLst>
        </pc:spChg>
        <pc:picChg chg="add del mod">
          <ac:chgData name="MONTEIGNIES Laureline" userId="fa822902-14c4-48f0-b4c4-0d24e3900295" providerId="ADAL" clId="{F5B296E7-486B-4FC6-B2E5-3A327F4FB4BA}" dt="2025-12-03T15:07:35.377" v="6712" actId="478"/>
          <ac:picMkLst>
            <pc:docMk/>
            <pc:sldMk cId="3088965963" sldId="264"/>
            <ac:picMk id="4" creationId="{34AF4D42-A940-2320-2A7E-C04758E04D09}"/>
          </ac:picMkLst>
        </pc:picChg>
        <pc:picChg chg="add mod">
          <ac:chgData name="MONTEIGNIES Laureline" userId="fa822902-14c4-48f0-b4c4-0d24e3900295" providerId="ADAL" clId="{F5B296E7-486B-4FC6-B2E5-3A327F4FB4BA}" dt="2025-12-03T15:11:11.492" v="6744" actId="1076"/>
          <ac:picMkLst>
            <pc:docMk/>
            <pc:sldMk cId="3088965963" sldId="264"/>
            <ac:picMk id="10" creationId="{A59963AB-1D43-013A-C375-607AD92307BD}"/>
          </ac:picMkLst>
        </pc:picChg>
      </pc:sldChg>
      <pc:sldChg chg="addSp delSp add del setBg delDesignElem">
        <pc:chgData name="MONTEIGNIES Laureline" userId="fa822902-14c4-48f0-b4c4-0d24e3900295" providerId="ADAL" clId="{F5B296E7-486B-4FC6-B2E5-3A327F4FB4BA}" dt="2025-12-03T13:40:53.400" v="6278"/>
        <pc:sldMkLst>
          <pc:docMk/>
          <pc:sldMk cId="1214379429" sldId="265"/>
        </pc:sldMkLst>
        <pc:spChg chg="add del">
          <ac:chgData name="MONTEIGNIES Laureline" userId="fa822902-14c4-48f0-b4c4-0d24e3900295" providerId="ADAL" clId="{F5B296E7-486B-4FC6-B2E5-3A327F4FB4BA}" dt="2025-12-03T13:40:53.400" v="6278"/>
          <ac:spMkLst>
            <pc:docMk/>
            <pc:sldMk cId="1214379429" sldId="265"/>
            <ac:spMk id="9" creationId="{07F175E5-818B-1B21-0DA0-E5B023B8E468}"/>
          </ac:spMkLst>
        </pc:spChg>
        <pc:spChg chg="add del">
          <ac:chgData name="MONTEIGNIES Laureline" userId="fa822902-14c4-48f0-b4c4-0d24e3900295" providerId="ADAL" clId="{F5B296E7-486B-4FC6-B2E5-3A327F4FB4BA}" dt="2025-12-03T13:40:53.400" v="6278"/>
          <ac:spMkLst>
            <pc:docMk/>
            <pc:sldMk cId="1214379429" sldId="265"/>
            <ac:spMk id="11" creationId="{DEC82737-7B5E-CD4C-87B9-5F13D78C7526}"/>
          </ac:spMkLst>
        </pc:spChg>
        <pc:spChg chg="add del">
          <ac:chgData name="MONTEIGNIES Laureline" userId="fa822902-14c4-48f0-b4c4-0d24e3900295" providerId="ADAL" clId="{F5B296E7-486B-4FC6-B2E5-3A327F4FB4BA}" dt="2025-12-03T13:40:53.400" v="6278"/>
          <ac:spMkLst>
            <pc:docMk/>
            <pc:sldMk cId="1214379429" sldId="265"/>
            <ac:spMk id="13" creationId="{E94C0FC7-4BF7-EEED-8063-EDEA1F676918}"/>
          </ac:spMkLst>
        </pc:spChg>
      </pc:sldChg>
      <pc:sldChg chg="addSp delSp add del setBg delDesignElem">
        <pc:chgData name="MONTEIGNIES Laureline" userId="fa822902-14c4-48f0-b4c4-0d24e3900295" providerId="ADAL" clId="{F5B296E7-486B-4FC6-B2E5-3A327F4FB4BA}" dt="2025-12-03T13:41:03.016" v="6281"/>
        <pc:sldMkLst>
          <pc:docMk/>
          <pc:sldMk cId="1576621716" sldId="265"/>
        </pc:sldMkLst>
        <pc:spChg chg="add del">
          <ac:chgData name="MONTEIGNIES Laureline" userId="fa822902-14c4-48f0-b4c4-0d24e3900295" providerId="ADAL" clId="{F5B296E7-486B-4FC6-B2E5-3A327F4FB4BA}" dt="2025-12-03T13:41:03.016" v="6281"/>
          <ac:spMkLst>
            <pc:docMk/>
            <pc:sldMk cId="1576621716" sldId="265"/>
            <ac:spMk id="9" creationId="{20D04310-04EC-20F5-E02D-15A9C575E176}"/>
          </ac:spMkLst>
        </pc:spChg>
        <pc:spChg chg="add del">
          <ac:chgData name="MONTEIGNIES Laureline" userId="fa822902-14c4-48f0-b4c4-0d24e3900295" providerId="ADAL" clId="{F5B296E7-486B-4FC6-B2E5-3A327F4FB4BA}" dt="2025-12-03T13:41:03.016" v="6281"/>
          <ac:spMkLst>
            <pc:docMk/>
            <pc:sldMk cId="1576621716" sldId="265"/>
            <ac:spMk id="11" creationId="{BEBB3D48-246C-F879-A5C4-1D26584FD831}"/>
          </ac:spMkLst>
        </pc:spChg>
        <pc:spChg chg="add del">
          <ac:chgData name="MONTEIGNIES Laureline" userId="fa822902-14c4-48f0-b4c4-0d24e3900295" providerId="ADAL" clId="{F5B296E7-486B-4FC6-B2E5-3A327F4FB4BA}" dt="2025-12-03T13:41:03.016" v="6281"/>
          <ac:spMkLst>
            <pc:docMk/>
            <pc:sldMk cId="1576621716" sldId="265"/>
            <ac:spMk id="13" creationId="{B4366D5F-558F-54B2-BA64-BF47EEDDC8CC}"/>
          </ac:spMkLst>
        </pc:spChg>
      </pc:sldChg>
      <pc:sldChg chg="addSp modSp add mod">
        <pc:chgData name="MONTEIGNIES Laureline" userId="fa822902-14c4-48f0-b4c4-0d24e3900295" providerId="ADAL" clId="{F5B296E7-486B-4FC6-B2E5-3A327F4FB4BA}" dt="2025-12-03T13:42:12.687" v="6319" actId="207"/>
        <pc:sldMkLst>
          <pc:docMk/>
          <pc:sldMk cId="2394252666" sldId="265"/>
        </pc:sldMkLst>
        <pc:spChg chg="mod">
          <ac:chgData name="MONTEIGNIES Laureline" userId="fa822902-14c4-48f0-b4c4-0d24e3900295" providerId="ADAL" clId="{F5B296E7-486B-4FC6-B2E5-3A327F4FB4BA}" dt="2025-12-03T13:41:55.997" v="6316" actId="1076"/>
          <ac:spMkLst>
            <pc:docMk/>
            <pc:sldMk cId="2394252666" sldId="265"/>
            <ac:spMk id="2" creationId="{2A812326-30E9-A2D6-F13D-7D725DAFDF6C}"/>
          </ac:spMkLst>
        </pc:spChg>
        <pc:spChg chg="add mod">
          <ac:chgData name="MONTEIGNIES Laureline" userId="fa822902-14c4-48f0-b4c4-0d24e3900295" providerId="ADAL" clId="{F5B296E7-486B-4FC6-B2E5-3A327F4FB4BA}" dt="2025-12-03T13:42:12.687" v="6319" actId="207"/>
          <ac:spMkLst>
            <pc:docMk/>
            <pc:sldMk cId="2394252666" sldId="265"/>
            <ac:spMk id="3" creationId="{1E601DE8-0D7A-8654-D078-9ADA68832FA6}"/>
          </ac:spMkLst>
        </pc:spChg>
      </pc:sldChg>
      <pc:sldChg chg="addSp delSp modSp add mod addAnim delAnim modAnim modNotesTx">
        <pc:chgData name="MONTEIGNIES Laureline" userId="fa822902-14c4-48f0-b4c4-0d24e3900295" providerId="ADAL" clId="{F5B296E7-486B-4FC6-B2E5-3A327F4FB4BA}" dt="2025-12-03T13:53:52.617" v="6621" actId="20577"/>
        <pc:sldMkLst>
          <pc:docMk/>
          <pc:sldMk cId="2052901400" sldId="266"/>
        </pc:sldMkLst>
        <pc:spChg chg="add mod">
          <ac:chgData name="MONTEIGNIES Laureline" userId="fa822902-14c4-48f0-b4c4-0d24e3900295" providerId="ADAL" clId="{F5B296E7-486B-4FC6-B2E5-3A327F4FB4BA}" dt="2025-12-03T13:53:32.352" v="6584" actId="1076"/>
          <ac:spMkLst>
            <pc:docMk/>
            <pc:sldMk cId="2052901400" sldId="266"/>
            <ac:spMk id="2" creationId="{52432143-D2A7-B75C-7222-DDE6F5A183C0}"/>
          </ac:spMkLst>
        </pc:spChg>
        <pc:spChg chg="mod">
          <ac:chgData name="MONTEIGNIES Laureline" userId="fa822902-14c4-48f0-b4c4-0d24e3900295" providerId="ADAL" clId="{F5B296E7-486B-4FC6-B2E5-3A327F4FB4BA}" dt="2025-12-03T13:50:24.502" v="6449" actId="20577"/>
          <ac:spMkLst>
            <pc:docMk/>
            <pc:sldMk cId="2052901400" sldId="266"/>
            <ac:spMk id="5" creationId="{8FBD94A2-F695-C035-6E6D-820611330B30}"/>
          </ac:spMkLst>
        </pc:spChg>
        <pc:spChg chg="del">
          <ac:chgData name="MONTEIGNIES Laureline" userId="fa822902-14c4-48f0-b4c4-0d24e3900295" providerId="ADAL" clId="{F5B296E7-486B-4FC6-B2E5-3A327F4FB4BA}" dt="2025-12-03T13:48:38.626" v="6354" actId="478"/>
          <ac:spMkLst>
            <pc:docMk/>
            <pc:sldMk cId="2052901400" sldId="266"/>
            <ac:spMk id="10" creationId="{87C3A487-ADE2-A6BF-02BC-C2CCEBB829A9}"/>
          </ac:spMkLst>
        </pc:spChg>
        <pc:spChg chg="add del mod topLvl">
          <ac:chgData name="MONTEIGNIES Laureline" userId="fa822902-14c4-48f0-b4c4-0d24e3900295" providerId="ADAL" clId="{F5B296E7-486B-4FC6-B2E5-3A327F4FB4BA}" dt="2025-12-03T13:47:19.810" v="6342" actId="478"/>
          <ac:spMkLst>
            <pc:docMk/>
            <pc:sldMk cId="2052901400" sldId="266"/>
            <ac:spMk id="20" creationId="{808DB098-A86F-AA40-5190-87703A8B18EE}"/>
          </ac:spMkLst>
        </pc:spChg>
        <pc:spChg chg="del">
          <ac:chgData name="MONTEIGNIES Laureline" userId="fa822902-14c4-48f0-b4c4-0d24e3900295" providerId="ADAL" clId="{F5B296E7-486B-4FC6-B2E5-3A327F4FB4BA}" dt="2025-12-03T13:47:29.806" v="6347" actId="478"/>
          <ac:spMkLst>
            <pc:docMk/>
            <pc:sldMk cId="2052901400" sldId="266"/>
            <ac:spMk id="35" creationId="{E4A62796-471D-BFC7-024A-A8A0BE0B8B67}"/>
          </ac:spMkLst>
        </pc:spChg>
        <pc:spChg chg="mod">
          <ac:chgData name="MONTEIGNIES Laureline" userId="fa822902-14c4-48f0-b4c4-0d24e3900295" providerId="ADAL" clId="{F5B296E7-486B-4FC6-B2E5-3A327F4FB4BA}" dt="2025-12-03T13:53:06.634" v="6561" actId="20577"/>
          <ac:spMkLst>
            <pc:docMk/>
            <pc:sldMk cId="2052901400" sldId="266"/>
            <ac:spMk id="36" creationId="{A75D7DDF-C917-7BBD-8163-C369B7797B10}"/>
          </ac:spMkLst>
        </pc:spChg>
        <pc:grpChg chg="add del mod">
          <ac:chgData name="MONTEIGNIES Laureline" userId="fa822902-14c4-48f0-b4c4-0d24e3900295" providerId="ADAL" clId="{F5B296E7-486B-4FC6-B2E5-3A327F4FB4BA}" dt="2025-12-03T13:47:19.810" v="6342" actId="478"/>
          <ac:grpSpMkLst>
            <pc:docMk/>
            <pc:sldMk cId="2052901400" sldId="266"/>
            <ac:grpSpMk id="21" creationId="{A04F62E4-498B-1981-4780-3B9F390E2A65}"/>
          </ac:grpSpMkLst>
        </pc:grpChg>
        <pc:picChg chg="mod topLvl modCrop">
          <ac:chgData name="MONTEIGNIES Laureline" userId="fa822902-14c4-48f0-b4c4-0d24e3900295" providerId="ADAL" clId="{F5B296E7-486B-4FC6-B2E5-3A327F4FB4BA}" dt="2025-12-03T13:49:13.419" v="6358" actId="732"/>
          <ac:picMkLst>
            <pc:docMk/>
            <pc:sldMk cId="2052901400" sldId="266"/>
            <ac:picMk id="19" creationId="{3A9CB01A-021A-549C-2515-4891081D1B1C}"/>
          </ac:picMkLst>
        </pc:picChg>
        <pc:picChg chg="del">
          <ac:chgData name="MONTEIGNIES Laureline" userId="fa822902-14c4-48f0-b4c4-0d24e3900295" providerId="ADAL" clId="{F5B296E7-486B-4FC6-B2E5-3A327F4FB4BA}" dt="2025-12-03T13:48:35.525" v="6353" actId="478"/>
          <ac:picMkLst>
            <pc:docMk/>
            <pc:sldMk cId="2052901400" sldId="266"/>
            <ac:picMk id="1026" creationId="{361BC177-5A40-028C-8DA6-110A44111E82}"/>
          </ac:picMkLst>
        </pc:picChg>
        <pc:picChg chg="del">
          <ac:chgData name="MONTEIGNIES Laureline" userId="fa822902-14c4-48f0-b4c4-0d24e3900295" providerId="ADAL" clId="{F5B296E7-486B-4FC6-B2E5-3A327F4FB4BA}" dt="2025-12-03T13:47:26.166" v="6345" actId="478"/>
          <ac:picMkLst>
            <pc:docMk/>
            <pc:sldMk cId="2052901400" sldId="266"/>
            <ac:picMk id="1028" creationId="{BBCB14DA-8B11-4FAA-1672-B80A5B5CE6D0}"/>
          </ac:picMkLst>
        </pc:picChg>
        <pc:picChg chg="add mod">
          <ac:chgData name="MONTEIGNIES Laureline" userId="fa822902-14c4-48f0-b4c4-0d24e3900295" providerId="ADAL" clId="{F5B296E7-486B-4FC6-B2E5-3A327F4FB4BA}" dt="2025-12-03T13:49:26.999" v="6362" actId="14100"/>
          <ac:picMkLst>
            <pc:docMk/>
            <pc:sldMk cId="2052901400" sldId="266"/>
            <ac:picMk id="2050" creationId="{E279704F-60FA-C5BB-6B9D-D18489C8E376}"/>
          </ac:picMkLst>
        </pc:picChg>
      </pc:sldChg>
      <pc:sldChg chg="addSp delSp modSp add mod modNotesTx">
        <pc:chgData name="MONTEIGNIES Laureline" userId="fa822902-14c4-48f0-b4c4-0d24e3900295" providerId="ADAL" clId="{F5B296E7-486B-4FC6-B2E5-3A327F4FB4BA}" dt="2025-12-03T15:11:53.875" v="6749" actId="6549"/>
        <pc:sldMkLst>
          <pc:docMk/>
          <pc:sldMk cId="846472677" sldId="267"/>
        </pc:sldMkLst>
        <pc:spChg chg="del">
          <ac:chgData name="MONTEIGNIES Laureline" userId="fa822902-14c4-48f0-b4c4-0d24e3900295" providerId="ADAL" clId="{F5B296E7-486B-4FC6-B2E5-3A327F4FB4BA}" dt="2025-12-03T15:05:43.068" v="6666" actId="478"/>
          <ac:spMkLst>
            <pc:docMk/>
            <pc:sldMk cId="846472677" sldId="267"/>
            <ac:spMk id="6" creationId="{B3EC9AE8-3303-B3F8-290E-29F055CB578E}"/>
          </ac:spMkLst>
        </pc:spChg>
        <pc:spChg chg="add mod">
          <ac:chgData name="MONTEIGNIES Laureline" userId="fa822902-14c4-48f0-b4c4-0d24e3900295" providerId="ADAL" clId="{F5B296E7-486B-4FC6-B2E5-3A327F4FB4BA}" dt="2025-12-03T15:07:27.674" v="6711" actId="1076"/>
          <ac:spMkLst>
            <pc:docMk/>
            <pc:sldMk cId="846472677" sldId="267"/>
            <ac:spMk id="7" creationId="{7AE0AF08-B19C-1679-3A41-338E263B78DE}"/>
          </ac:spMkLst>
        </pc:spChg>
        <pc:spChg chg="del">
          <ac:chgData name="MONTEIGNIES Laureline" userId="fa822902-14c4-48f0-b4c4-0d24e3900295" providerId="ADAL" clId="{F5B296E7-486B-4FC6-B2E5-3A327F4FB4BA}" dt="2025-12-03T15:06:07.984" v="6672" actId="478"/>
          <ac:spMkLst>
            <pc:docMk/>
            <pc:sldMk cId="846472677" sldId="267"/>
            <ac:spMk id="8" creationId="{7450FC9B-25E3-BC4A-B40D-0DE1525BD7B1}"/>
          </ac:spMkLst>
        </pc:spChg>
        <pc:picChg chg="mod modCrop">
          <ac:chgData name="MONTEIGNIES Laureline" userId="fa822902-14c4-48f0-b4c4-0d24e3900295" providerId="ADAL" clId="{F5B296E7-486B-4FC6-B2E5-3A327F4FB4BA}" dt="2025-12-03T15:05:56.035" v="6671" actId="732"/>
          <ac:picMkLst>
            <pc:docMk/>
            <pc:sldMk cId="846472677" sldId="267"/>
            <ac:picMk id="4" creationId="{6B43DC07-9031-99E1-0AEB-61D0A30C6425}"/>
          </ac:picMkLst>
        </pc:picChg>
        <pc:picChg chg="add mod">
          <ac:chgData name="MONTEIGNIES Laureline" userId="fa822902-14c4-48f0-b4c4-0d24e3900295" providerId="ADAL" clId="{F5B296E7-486B-4FC6-B2E5-3A327F4FB4BA}" dt="2025-12-03T15:06:57.976" v="6675" actId="1076"/>
          <ac:picMkLst>
            <pc:docMk/>
            <pc:sldMk cId="846472677" sldId="267"/>
            <ac:picMk id="5" creationId="{6AE8DBE7-99A1-0974-1786-489878F068DA}"/>
          </ac:picMkLst>
        </pc:picChg>
        <pc:picChg chg="del">
          <ac:chgData name="MONTEIGNIES Laureline" userId="fa822902-14c4-48f0-b4c4-0d24e3900295" providerId="ADAL" clId="{F5B296E7-486B-4FC6-B2E5-3A327F4FB4BA}" dt="2025-12-03T15:05:44.030" v="6667" actId="478"/>
          <ac:picMkLst>
            <pc:docMk/>
            <pc:sldMk cId="846472677" sldId="267"/>
            <ac:picMk id="10" creationId="{E2183CE3-BC6B-C84E-F441-222A8B5CA033}"/>
          </ac:picMkLst>
        </pc:picChg>
      </pc:sldChg>
      <pc:sldChg chg="addSp delSp modSp add mod modNotesTx">
        <pc:chgData name="MONTEIGNIES Laureline" userId="fa822902-14c4-48f0-b4c4-0d24e3900295" providerId="ADAL" clId="{F5B296E7-486B-4FC6-B2E5-3A327F4FB4BA}" dt="2025-12-03T15:11:57.521" v="6750" actId="6549"/>
        <pc:sldMkLst>
          <pc:docMk/>
          <pc:sldMk cId="432086406" sldId="268"/>
        </pc:sldMkLst>
        <pc:spChg chg="mod">
          <ac:chgData name="MONTEIGNIES Laureline" userId="fa822902-14c4-48f0-b4c4-0d24e3900295" providerId="ADAL" clId="{F5B296E7-486B-4FC6-B2E5-3A327F4FB4BA}" dt="2025-12-03T15:08:09.937" v="6722" actId="20577"/>
          <ac:spMkLst>
            <pc:docMk/>
            <pc:sldMk cId="432086406" sldId="268"/>
            <ac:spMk id="7" creationId="{799D1250-2E7A-B734-C1B6-155CF2A18462}"/>
          </ac:spMkLst>
        </pc:spChg>
        <pc:picChg chg="del">
          <ac:chgData name="MONTEIGNIES Laureline" userId="fa822902-14c4-48f0-b4c4-0d24e3900295" providerId="ADAL" clId="{F5B296E7-486B-4FC6-B2E5-3A327F4FB4BA}" dt="2025-12-03T15:08:06.434" v="6720" actId="478"/>
          <ac:picMkLst>
            <pc:docMk/>
            <pc:sldMk cId="432086406" sldId="268"/>
            <ac:picMk id="4" creationId="{C1B39732-8E12-CDD6-5FE3-B206B9390EE5}"/>
          </ac:picMkLst>
        </pc:picChg>
        <pc:picChg chg="del">
          <ac:chgData name="MONTEIGNIES Laureline" userId="fa822902-14c4-48f0-b4c4-0d24e3900295" providerId="ADAL" clId="{F5B296E7-486B-4FC6-B2E5-3A327F4FB4BA}" dt="2025-12-03T15:11:45.534" v="6748" actId="478"/>
          <ac:picMkLst>
            <pc:docMk/>
            <pc:sldMk cId="432086406" sldId="268"/>
            <ac:picMk id="5" creationId="{BF9866F0-35BD-A26C-003A-17349D28452A}"/>
          </ac:picMkLst>
        </pc:picChg>
        <pc:picChg chg="add mod ord">
          <ac:chgData name="MONTEIGNIES Laureline" userId="fa822902-14c4-48f0-b4c4-0d24e3900295" providerId="ADAL" clId="{F5B296E7-486B-4FC6-B2E5-3A327F4FB4BA}" dt="2025-12-03T15:08:05.136" v="6719" actId="167"/>
          <ac:picMkLst>
            <pc:docMk/>
            <pc:sldMk cId="432086406" sldId="268"/>
            <ac:picMk id="6" creationId="{02C7CEC2-8137-DD55-2A70-BD1C2921A0D6}"/>
          </ac:picMkLst>
        </pc:picChg>
        <pc:picChg chg="add mod ord">
          <ac:chgData name="MONTEIGNIES Laureline" userId="fa822902-14c4-48f0-b4c4-0d24e3900295" providerId="ADAL" clId="{F5B296E7-486B-4FC6-B2E5-3A327F4FB4BA}" dt="2025-12-03T15:11:43.480" v="6747" actId="167"/>
          <ac:picMkLst>
            <pc:docMk/>
            <pc:sldMk cId="432086406" sldId="268"/>
            <ac:picMk id="9" creationId="{D128CA60-44A9-9F66-29A0-C5162786DA4F}"/>
          </ac:picMkLst>
        </pc:picChg>
      </pc:sldChg>
      <pc:sldMasterChg chg="modSldLayout">
        <pc:chgData name="MONTEIGNIES Laureline" userId="fa822902-14c4-48f0-b4c4-0d24e3900295" providerId="ADAL" clId="{F5B296E7-486B-4FC6-B2E5-3A327F4FB4BA}" dt="2025-12-03T10:04:08.262" v="1888" actId="478"/>
        <pc:sldMasterMkLst>
          <pc:docMk/>
          <pc:sldMasterMk cId="1458526759" sldId="2147483712"/>
        </pc:sldMasterMkLst>
        <pc:sldLayoutChg chg="delSp mod">
          <pc:chgData name="MONTEIGNIES Laureline" userId="fa822902-14c4-48f0-b4c4-0d24e3900295" providerId="ADAL" clId="{F5B296E7-486B-4FC6-B2E5-3A327F4FB4BA}" dt="2025-12-03T10:03:50.912" v="1887" actId="478"/>
          <pc:sldLayoutMkLst>
            <pc:docMk/>
            <pc:sldMasterMk cId="1458526759" sldId="2147483712"/>
            <pc:sldLayoutMk cId="3122168002" sldId="2147483701"/>
          </pc:sldLayoutMkLst>
          <pc:spChg chg="del">
            <ac:chgData name="MONTEIGNIES Laureline" userId="fa822902-14c4-48f0-b4c4-0d24e3900295" providerId="ADAL" clId="{F5B296E7-486B-4FC6-B2E5-3A327F4FB4BA}" dt="2025-12-03T10:03:50.912" v="1887" actId="478"/>
            <ac:spMkLst>
              <pc:docMk/>
              <pc:sldMasterMk cId="1458526759" sldId="2147483712"/>
              <pc:sldLayoutMk cId="3122168002" sldId="2147483701"/>
              <ac:spMk id="50" creationId="{57A23F45-CDAE-8A40-8DE7-92A0BBC119B7}"/>
            </ac:spMkLst>
          </pc:spChg>
        </pc:sldLayoutChg>
        <pc:sldLayoutChg chg="addSp delSp modSp mod">
          <pc:chgData name="MONTEIGNIES Laureline" userId="fa822902-14c4-48f0-b4c4-0d24e3900295" providerId="ADAL" clId="{F5B296E7-486B-4FC6-B2E5-3A327F4FB4BA}" dt="2025-12-03T10:04:08.262" v="1888" actId="478"/>
          <pc:sldLayoutMkLst>
            <pc:docMk/>
            <pc:sldMasterMk cId="1458526759" sldId="2147483712"/>
            <pc:sldLayoutMk cId="2040922893" sldId="2147483704"/>
          </pc:sldLayoutMkLst>
          <pc:spChg chg="del">
            <ac:chgData name="MONTEIGNIES Laureline" userId="fa822902-14c4-48f0-b4c4-0d24e3900295" providerId="ADAL" clId="{F5B296E7-486B-4FC6-B2E5-3A327F4FB4BA}" dt="2025-12-03T10:04:08.262" v="1888" actId="478"/>
            <ac:spMkLst>
              <pc:docMk/>
              <pc:sldMasterMk cId="1458526759" sldId="2147483712"/>
              <pc:sldLayoutMk cId="2040922893" sldId="2147483704"/>
              <ac:spMk id="11" creationId="{671D2311-E9B8-F041-A7B8-D5696903F22A}"/>
            </ac:spMkLst>
          </pc:spChg>
          <pc:spChg chg="del">
            <ac:chgData name="MONTEIGNIES Laureline" userId="fa822902-14c4-48f0-b4c4-0d24e3900295" providerId="ADAL" clId="{F5B296E7-486B-4FC6-B2E5-3A327F4FB4BA}" dt="2025-12-03T10:00:09.510" v="1857" actId="478"/>
            <ac:spMkLst>
              <pc:docMk/>
              <pc:sldMasterMk cId="1458526759" sldId="2147483712"/>
              <pc:sldLayoutMk cId="2040922893" sldId="2147483704"/>
              <ac:spMk id="50" creationId="{FFEFA3E2-0F30-664C-AAE4-DE6526B5C716}"/>
            </ac:spMkLst>
          </pc:spChg>
          <pc:picChg chg="add mod ord">
            <ac:chgData name="MONTEIGNIES Laureline" userId="fa822902-14c4-48f0-b4c4-0d24e3900295" providerId="ADAL" clId="{F5B296E7-486B-4FC6-B2E5-3A327F4FB4BA}" dt="2025-12-03T10:02:16.990" v="1886" actId="14100"/>
            <ac:picMkLst>
              <pc:docMk/>
              <pc:sldMasterMk cId="1458526759" sldId="2147483712"/>
              <pc:sldLayoutMk cId="2040922893" sldId="2147483704"/>
              <ac:picMk id="10" creationId="{17EE6A13-B149-68BC-12DC-36756EA8CBB7}"/>
            </ac:picMkLst>
          </pc:picChg>
          <pc:picChg chg="add del mod ord">
            <ac:chgData name="MONTEIGNIES Laureline" userId="fa822902-14c4-48f0-b4c4-0d24e3900295" providerId="ADAL" clId="{F5B296E7-486B-4FC6-B2E5-3A327F4FB4BA}" dt="2025-12-03T10:01:47.083" v="1878" actId="478"/>
            <ac:picMkLst>
              <pc:docMk/>
              <pc:sldMasterMk cId="1458526759" sldId="2147483712"/>
              <pc:sldLayoutMk cId="2040922893" sldId="2147483704"/>
              <ac:picMk id="31" creationId="{8F69A57D-FCEA-35E8-AEB3-FA2D32B0AF67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11C4B-25CE-474B-8AA8-BA8641A82E51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D3E4B-C4F2-44CD-B1B5-5DDBDB307D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9983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D3E4B-C4F2-44CD-B1B5-5DDBDB307D8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0494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D3E4B-C4F2-44CD-B1B5-5DDBDB307D8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527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FAAF9-5FAD-7714-BF5C-16AB08FD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AF6618-D308-BBD8-F975-39F45132A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E65635F-361A-5B55-AC4B-6E7E108D8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CD79BC-733E-E79A-E650-22D0F90C4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D3E4B-C4F2-44CD-B1B5-5DDBDB307D8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4586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CBCFF-16F3-6051-D682-0205E8C7D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4B75A41-429D-CD7B-01F4-D5A63FD54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F057AE1-6D32-1315-7637-858ADAFF7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40-50 fois plus d’occurrence des conditions sur France à 2 et 2, 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/>
              <a:t>2°C : 2419 jours sur 20 ans où les conditions sont réunies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/>
              <a:t>2,7 : 6655 jours &gt; triplement</a:t>
            </a:r>
          </a:p>
          <a:p>
            <a:endParaRPr lang="fr-FR" dirty="0"/>
          </a:p>
          <a:p>
            <a:r>
              <a:rPr lang="fr-FR" dirty="0"/>
              <a:t>Ce qui implique des vulnérabilités physiques sur le matériel roulant mais aussi fonctionnelles sur tout le réseau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85060A-FEC1-926F-5271-4A924742D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D3E4B-C4F2-44CD-B1B5-5DDBDB307D8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416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Limites : </a:t>
            </a:r>
          </a:p>
          <a:p>
            <a:r>
              <a:rPr lang="fr-FR" dirty="0"/>
              <a:t>    - un seul modèle donc attention à la robustesse des résultats : pas de possibilité de travailler sur 10 modèles concaténés </a:t>
            </a:r>
          </a:p>
          <a:p>
            <a:r>
              <a:rPr lang="fr-FR" dirty="0"/>
              <a:t>     - SSP370 : ne permet pas une approche risque pour des enjeux forts (type nucléaire) mais ok pour notre objet de travail qui a une durée de vie 40 ans en </a:t>
            </a:r>
            <a:r>
              <a:rPr lang="fr-FR" dirty="0" err="1"/>
              <a:t>moyenn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D3E4B-C4F2-44CD-B1B5-5DDBDB307D8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062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Message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/>
              <a:t>2°C : 2419 jours sur 20 ans où les conditions sont réunies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/>
              <a:t>2,7 : 6655 jours &gt; triplement</a:t>
            </a:r>
          </a:p>
          <a:p>
            <a:endParaRPr lang="fr-FR" dirty="0"/>
          </a:p>
          <a:p>
            <a:r>
              <a:rPr lang="fr-FR" dirty="0"/>
              <a:t>Sur la trajectoire 2°C, une période où les conditions sont réunies correspond à un état généralisé 1jour</a:t>
            </a:r>
          </a:p>
          <a:p>
            <a:r>
              <a:rPr lang="fr-FR" dirty="0"/>
              <a:t>Sur la trajectoire 2,7°C, ca se passe sur plusieurs jours.</a:t>
            </a:r>
          </a:p>
          <a:p>
            <a:r>
              <a:rPr lang="fr-FR" dirty="0"/>
              <a:t>Ce qui implique des vulnérabilités physiques sur le matériel roulant mais aussi fonctionnelles sur tout le réseau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D3E4B-C4F2-44CD-B1B5-5DDBDB307D8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4605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D4408-744B-FD3B-D9CB-842F8494D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106A634-21D3-FA7A-471B-A0DFFFC27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22AB8F7-CA6F-2242-503A-10B293698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E54E1C-9842-E67E-CDEA-E90261A1A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D3E4B-C4F2-44CD-B1B5-5DDBDB307D8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6528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2702A-A56B-E334-45C1-F6A8AA8AB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13C47ED-8A2E-5297-6090-CE48EF404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89B70D6-2FF3-049B-09EC-20171EE30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449BA6-1F3E-497E-F49C-B5F34BC40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D3E4B-C4F2-44CD-B1B5-5DDBDB307D8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566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7A85F-51C1-3DC9-BC2B-510211E0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EFF4713-7761-0CCE-2700-7DA7910E0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B5BF99C-2FB2-4F5E-E876-68D8DCBDE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A272DF-3F04-36A3-7B98-21C6CCD6D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D3E4B-C4F2-44CD-B1B5-5DDBDB307D8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7150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12/3/2025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68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8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38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Arrière-plan de fumée abstrait">
            <a:extLst>
              <a:ext uri="{FF2B5EF4-FFF2-40B4-BE49-F238E27FC236}">
                <a16:creationId xmlns:a16="http://schemas.microsoft.com/office/drawing/2014/main" id="{17EE6A13-B149-68BC-12DC-36756EA8CB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7304" t="20691" r="24147" b="55706"/>
          <a:stretch>
            <a:fillRect/>
          </a:stretch>
        </p:blipFill>
        <p:spPr>
          <a:xfrm rot="16200000">
            <a:off x="8553050" y="3219853"/>
            <a:ext cx="6860108" cy="4203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‹N°›</a:t>
            </a:fld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22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‹N°›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4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‹N°›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6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‹N°›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18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‹N°›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3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‹N°›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0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‹N°›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8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‹N°›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7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8F641FA-779C-5D6B-A3A1-54CFF50375F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3033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Data sensitivity - Public</a:t>
            </a:r>
          </a:p>
        </p:txBody>
      </p:sp>
    </p:spTree>
    <p:extLst>
      <p:ext uri="{BB962C8B-B14F-4D97-AF65-F5344CB8AC3E}">
        <p14:creationId xmlns:p14="http://schemas.microsoft.com/office/powerpoint/2010/main" val="1458526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A2C65D-0168-1245-86C8-62A8A6F7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53DD72F-5F30-9401-26B6-B64DF3B4F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6797" y="1831155"/>
            <a:ext cx="5857986" cy="3195690"/>
          </a:xfrm>
        </p:spPr>
        <p:txBody>
          <a:bodyPr>
            <a:noAutofit/>
          </a:bodyPr>
          <a:lstStyle/>
          <a:p>
            <a:pPr algn="ctr"/>
            <a:r>
              <a:rPr lang="fr-FR" sz="4800" dirty="0"/>
              <a:t>Résilience &amp; transports : </a:t>
            </a:r>
            <a:br>
              <a:rPr lang="fr-FR" sz="4800" dirty="0"/>
            </a:br>
            <a:r>
              <a:rPr lang="fr-FR" sz="4800" dirty="0"/>
              <a:t>impacts des chaleurs extrêmes sur le matériel roulant</a:t>
            </a:r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12E8ED90-6D42-AE40-963A-3924EE207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0625" y="562356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5E9273-3717-C94C-9BFF-75E87E47C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700895-E3FC-DD0F-00E0-7FF83B9F17D1}"/>
              </a:ext>
            </a:extLst>
          </p:cNvPr>
          <p:cNvSpPr/>
          <p:nvPr/>
        </p:nvSpPr>
        <p:spPr>
          <a:xfrm>
            <a:off x="5570426" y="5240531"/>
            <a:ext cx="1252743" cy="1161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Picture 3" descr="Arrière-plan de fumée abstrait">
            <a:extLst>
              <a:ext uri="{FF2B5EF4-FFF2-40B4-BE49-F238E27FC236}">
                <a16:creationId xmlns:a16="http://schemas.microsoft.com/office/drawing/2014/main" id="{4DDF9CDC-DDEF-41C6-682C-92C60FF393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04" r="24147" b="6815"/>
          <a:stretch>
            <a:fillRect/>
          </a:stretch>
        </p:blipFill>
        <p:spPr>
          <a:xfrm>
            <a:off x="0" y="345450"/>
            <a:ext cx="6038037" cy="639063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6DCDFB7-336B-FF4F-7501-A392CAFB4D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66"/>
          <a:stretch>
            <a:fillRect/>
          </a:stretch>
        </p:blipFill>
        <p:spPr>
          <a:xfrm>
            <a:off x="0" y="0"/>
            <a:ext cx="6038038" cy="170772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6BACCB9-ABDE-8FE3-5F88-6DF07CBAFA14}"/>
              </a:ext>
            </a:extLst>
          </p:cNvPr>
          <p:cNvSpPr txBox="1"/>
          <p:nvPr/>
        </p:nvSpPr>
        <p:spPr>
          <a:xfrm>
            <a:off x="1083651" y="5147362"/>
            <a:ext cx="38707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b="1" dirty="0">
                <a:latin typeface="Segoe UI" panose="020B0502040204020203" pitchFamily="34" charset="0"/>
                <a:ea typeface="Times New Roman" panose="02020603050405020304" pitchFamily="18" charset="0"/>
              </a:rPr>
              <a:t>Emile DESCROIX </a:t>
            </a:r>
            <a:r>
              <a:rPr lang="fr-FR" dirty="0">
                <a:latin typeface="Segoe UI" panose="020B0502040204020203" pitchFamily="34" charset="0"/>
                <a:ea typeface="Times New Roman" panose="02020603050405020304" pitchFamily="18" charset="0"/>
              </a:rPr>
              <a:t>- SNCF</a:t>
            </a:r>
          </a:p>
          <a:p>
            <a:pPr lvl="0"/>
            <a:r>
              <a:rPr lang="fr-FR" b="1" dirty="0">
                <a:latin typeface="Segoe UI" panose="020B0502040204020203" pitchFamily="34" charset="0"/>
                <a:ea typeface="Times New Roman" panose="02020603050405020304" pitchFamily="18" charset="0"/>
              </a:rPr>
              <a:t>Thibault LANDEL </a:t>
            </a:r>
            <a:r>
              <a:rPr lang="fr-FR" dirty="0">
                <a:latin typeface="Segoe UI" panose="020B0502040204020203" pitchFamily="34" charset="0"/>
                <a:ea typeface="Times New Roman" panose="02020603050405020304" pitchFamily="18" charset="0"/>
              </a:rPr>
              <a:t>- CEREMA</a:t>
            </a:r>
          </a:p>
          <a:p>
            <a:pPr lvl="0"/>
            <a:r>
              <a:rPr lang="fr-FR" b="1" dirty="0">
                <a:latin typeface="Segoe UI" panose="020B0502040204020203" pitchFamily="34" charset="0"/>
                <a:ea typeface="Times New Roman" panose="02020603050405020304" pitchFamily="18" charset="0"/>
              </a:rPr>
              <a:t>Laureline MONTEIGNIES </a:t>
            </a:r>
            <a:r>
              <a:rPr lang="fr-FR" dirty="0">
                <a:latin typeface="Segoe UI" panose="020B0502040204020203" pitchFamily="34" charset="0"/>
                <a:ea typeface="Times New Roman" panose="02020603050405020304" pitchFamily="18" charset="0"/>
              </a:rPr>
              <a:t>- EGIS</a:t>
            </a:r>
          </a:p>
          <a:p>
            <a:pPr lvl="0"/>
            <a:r>
              <a:rPr lang="fr-FR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Théo SCHWARTZ </a:t>
            </a:r>
            <a:r>
              <a:rPr lang="fr-FR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- SNCF</a:t>
            </a:r>
            <a:endParaRPr lang="fr-FR" sz="1400" dirty="0">
              <a:effectLst/>
              <a:latin typeface="Segoe UI" panose="020B0502040204020203" pitchFamily="34" charset="0"/>
              <a:ea typeface="SimSun" panose="02010600030101010101" pitchFamily="2" charset="-122"/>
            </a:endParaRPr>
          </a:p>
          <a:p>
            <a:pPr lvl="0"/>
            <a:r>
              <a:rPr lang="fr-FR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Marie TERRIER </a:t>
            </a:r>
            <a:r>
              <a:rPr lang="fr-FR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- </a:t>
            </a:r>
            <a:r>
              <a:rPr lang="fr-FR" sz="18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OPenIG</a:t>
            </a:r>
            <a:endParaRPr lang="fr-FR" sz="1400" dirty="0">
              <a:effectLst/>
              <a:latin typeface="Segoe UI" panose="020B0502040204020203" pitchFamily="34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29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CE780C-D68C-7F9A-6BFD-24237780D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74" y="90690"/>
            <a:ext cx="11853246" cy="1446550"/>
          </a:xfrm>
        </p:spPr>
        <p:txBody>
          <a:bodyPr/>
          <a:lstStyle/>
          <a:p>
            <a:r>
              <a:rPr lang="fr-FR" dirty="0"/>
              <a:t>Contexte : surchauffe d’un convertisseur statique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484B35-045E-DAFE-3A89-4DED23EE5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5316" y="2435356"/>
            <a:ext cx="4946643" cy="3192560"/>
          </a:xfrm>
        </p:spPr>
        <p:txBody>
          <a:bodyPr>
            <a:normAutofit lnSpcReduction="10000"/>
          </a:bodyPr>
          <a:lstStyle/>
          <a:p>
            <a:r>
              <a:rPr lang="fr-FR" dirty="0"/>
              <a:t>25 juillet 2019 – Paris Gare de Lyon</a:t>
            </a:r>
          </a:p>
          <a:p>
            <a:r>
              <a:rPr lang="fr-FR" dirty="0"/>
              <a:t>Surchauffe d’un convertisseur statique de puissance.</a:t>
            </a:r>
          </a:p>
          <a:p>
            <a:r>
              <a:rPr lang="fr-FR" dirty="0"/>
              <a:t>Température de fonctionnement (50°C) atteinte et mise en inhibition après ventilation inefficace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36C39FC-E62D-CBC0-DF6D-D17AAFA5A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7" y="3885517"/>
            <a:ext cx="5049513" cy="231743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B9C28CD-A741-D3BC-BCAB-A1CC1F9DAC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2F2F2"/>
              </a:clrFrom>
              <a:clrTo>
                <a:srgbClr val="F2F2F2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0" y="1537240"/>
            <a:ext cx="5171440" cy="1223147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27A42C49-E9A7-61B4-7843-6E08E25CF7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80000">
            <a:off x="8441617" y="2199246"/>
            <a:ext cx="595580" cy="34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5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F87B202B-75EC-3C0F-9E66-A7ADF9B9D7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747"/>
          <a:stretch>
            <a:fillRect/>
          </a:stretch>
        </p:blipFill>
        <p:spPr>
          <a:xfrm>
            <a:off x="6147909" y="2728097"/>
            <a:ext cx="5822745" cy="2183408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59457C-5FB0-50E2-5A3E-DB87C43F9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6087" y="2114789"/>
            <a:ext cx="5435106" cy="6133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u="sng" dirty="0"/>
              <a:t>Condition le 25/07/19 en Gare de Lyon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64D2A9A8-E58F-1611-9B6C-68282B1406D4}"/>
              </a:ext>
            </a:extLst>
          </p:cNvPr>
          <p:cNvSpPr txBox="1">
            <a:spLocks/>
          </p:cNvSpPr>
          <p:nvPr/>
        </p:nvSpPr>
        <p:spPr>
          <a:xfrm>
            <a:off x="161274" y="90690"/>
            <a:ext cx="90197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Conditions climatiques associées à</a:t>
            </a:r>
            <a:br>
              <a:rPr lang="fr-FR" dirty="0"/>
            </a:br>
            <a:r>
              <a:rPr lang="fr-FR" dirty="0"/>
              <a:t>la surchauffe matérielle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C0F5727-5E44-394F-9846-22DC1C22BF6B}"/>
              </a:ext>
            </a:extLst>
          </p:cNvPr>
          <p:cNvSpPr txBox="1"/>
          <p:nvPr/>
        </p:nvSpPr>
        <p:spPr>
          <a:xfrm>
            <a:off x="5130831" y="2397368"/>
            <a:ext cx="68850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000"/>
              </a:spcBef>
            </a:pPr>
            <a:r>
              <a:rPr lang="fr-FR" sz="2000" u="sng" dirty="0"/>
              <a:t>Nombre de gares vérifiant les condition l’été 2019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66D43FC-8392-E569-DD1D-ED95BF57DBC1}"/>
              </a:ext>
            </a:extLst>
          </p:cNvPr>
          <p:cNvSpPr txBox="1">
            <a:spLocks/>
          </p:cNvSpPr>
          <p:nvPr/>
        </p:nvSpPr>
        <p:spPr>
          <a:xfrm>
            <a:off x="8119208" y="194665"/>
            <a:ext cx="3483787" cy="1446550"/>
          </a:xfrm>
          <a:custGeom>
            <a:avLst/>
            <a:gdLst>
              <a:gd name="connsiteX0" fmla="*/ 0 w 3483787"/>
              <a:gd name="connsiteY0" fmla="*/ 0 h 1446550"/>
              <a:gd name="connsiteX1" fmla="*/ 3483787 w 3483787"/>
              <a:gd name="connsiteY1" fmla="*/ 0 h 1446550"/>
              <a:gd name="connsiteX2" fmla="*/ 3483787 w 3483787"/>
              <a:gd name="connsiteY2" fmla="*/ 1446550 h 1446550"/>
              <a:gd name="connsiteX3" fmla="*/ 0 w 3483787"/>
              <a:gd name="connsiteY3" fmla="*/ 1446550 h 1446550"/>
              <a:gd name="connsiteX4" fmla="*/ 0 w 3483787"/>
              <a:gd name="connsiteY4" fmla="*/ 0 h 144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83787" h="1446550" fill="none" extrusionOk="0">
                <a:moveTo>
                  <a:pt x="0" y="0"/>
                </a:moveTo>
                <a:cubicBezTo>
                  <a:pt x="1038576" y="-75643"/>
                  <a:pt x="2799446" y="-113214"/>
                  <a:pt x="3483787" y="0"/>
                </a:cubicBezTo>
                <a:cubicBezTo>
                  <a:pt x="3493955" y="667789"/>
                  <a:pt x="3473562" y="1218319"/>
                  <a:pt x="3483787" y="1446550"/>
                </a:cubicBezTo>
                <a:cubicBezTo>
                  <a:pt x="3116122" y="1598195"/>
                  <a:pt x="464728" y="1537624"/>
                  <a:pt x="0" y="1446550"/>
                </a:cubicBezTo>
                <a:cubicBezTo>
                  <a:pt x="-100287" y="992196"/>
                  <a:pt x="68641" y="637074"/>
                  <a:pt x="0" y="0"/>
                </a:cubicBezTo>
                <a:close/>
              </a:path>
              <a:path w="3483787" h="1446550" stroke="0" extrusionOk="0">
                <a:moveTo>
                  <a:pt x="0" y="0"/>
                </a:moveTo>
                <a:cubicBezTo>
                  <a:pt x="1087619" y="96091"/>
                  <a:pt x="2917517" y="125222"/>
                  <a:pt x="3483787" y="0"/>
                </a:cubicBezTo>
                <a:cubicBezTo>
                  <a:pt x="3381837" y="163611"/>
                  <a:pt x="3564514" y="1121218"/>
                  <a:pt x="3483787" y="1446550"/>
                </a:cubicBezTo>
                <a:cubicBezTo>
                  <a:pt x="1861633" y="1337807"/>
                  <a:pt x="921004" y="1473314"/>
                  <a:pt x="0" y="1446550"/>
                </a:cubicBezTo>
                <a:cubicBezTo>
                  <a:pt x="50285" y="951089"/>
                  <a:pt x="-68177" y="23146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6E006B"/>
            </a:solidFill>
            <a:extLst>
              <a:ext uri="{C807C97D-BFC1-408E-A445-0C87EB9F89A2}">
                <ask:lineSketchStyleProps xmlns:ask="http://schemas.microsoft.com/office/drawing/2018/sketchyshapes" sd="344823672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fr-FR" b="1" dirty="0"/>
              <a:t>Données utilisées : Observation Anastasia (REA 1km)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fr-FR" b="1" dirty="0" err="1"/>
              <a:t>tasmax</a:t>
            </a:r>
            <a:r>
              <a:rPr lang="fr-FR" b="1" dirty="0"/>
              <a:t> - </a:t>
            </a:r>
            <a:r>
              <a:rPr lang="fr-FR" b="1" dirty="0" err="1"/>
              <a:t>tasmin</a:t>
            </a:r>
            <a:endParaRPr lang="fr-FR" b="1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1E5068F-FAF9-B6C8-D347-0C081A65A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74" y="2543080"/>
            <a:ext cx="6012529" cy="3288278"/>
          </a:xfrm>
          <a:prstGeom prst="rect">
            <a:avLst/>
          </a:prstGeom>
        </p:spPr>
      </p:pic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C695ECD6-C167-68A8-B590-9232B833EEDF}"/>
              </a:ext>
            </a:extLst>
          </p:cNvPr>
          <p:cNvSpPr txBox="1">
            <a:spLocks/>
          </p:cNvSpPr>
          <p:nvPr/>
        </p:nvSpPr>
        <p:spPr>
          <a:xfrm>
            <a:off x="6734899" y="5021208"/>
            <a:ext cx="4892342" cy="1642127"/>
          </a:xfrm>
          <a:custGeom>
            <a:avLst/>
            <a:gdLst>
              <a:gd name="connsiteX0" fmla="*/ 0 w 4892342"/>
              <a:gd name="connsiteY0" fmla="*/ 0 h 1642127"/>
              <a:gd name="connsiteX1" fmla="*/ 4892342 w 4892342"/>
              <a:gd name="connsiteY1" fmla="*/ 0 h 1642127"/>
              <a:gd name="connsiteX2" fmla="*/ 4892342 w 4892342"/>
              <a:gd name="connsiteY2" fmla="*/ 1642127 h 1642127"/>
              <a:gd name="connsiteX3" fmla="*/ 0 w 4892342"/>
              <a:gd name="connsiteY3" fmla="*/ 1642127 h 1642127"/>
              <a:gd name="connsiteX4" fmla="*/ 0 w 4892342"/>
              <a:gd name="connsiteY4" fmla="*/ 0 h 1642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92342" h="1642127" fill="none" extrusionOk="0">
                <a:moveTo>
                  <a:pt x="0" y="0"/>
                </a:moveTo>
                <a:cubicBezTo>
                  <a:pt x="935886" y="-33775"/>
                  <a:pt x="3123100" y="138873"/>
                  <a:pt x="4892342" y="0"/>
                </a:cubicBezTo>
                <a:cubicBezTo>
                  <a:pt x="4839990" y="330557"/>
                  <a:pt x="5019667" y="1243234"/>
                  <a:pt x="4892342" y="1642127"/>
                </a:cubicBezTo>
                <a:cubicBezTo>
                  <a:pt x="4001409" y="1504797"/>
                  <a:pt x="1113780" y="1504271"/>
                  <a:pt x="0" y="1642127"/>
                </a:cubicBezTo>
                <a:cubicBezTo>
                  <a:pt x="46601" y="1061168"/>
                  <a:pt x="47725" y="757411"/>
                  <a:pt x="0" y="0"/>
                </a:cubicBezTo>
                <a:close/>
              </a:path>
              <a:path w="4892342" h="1642127" stroke="0" extrusionOk="0">
                <a:moveTo>
                  <a:pt x="0" y="0"/>
                </a:moveTo>
                <a:cubicBezTo>
                  <a:pt x="926079" y="-101487"/>
                  <a:pt x="3920591" y="-162162"/>
                  <a:pt x="4892342" y="0"/>
                </a:cubicBezTo>
                <a:cubicBezTo>
                  <a:pt x="4802135" y="628277"/>
                  <a:pt x="4907845" y="1005472"/>
                  <a:pt x="4892342" y="1642127"/>
                </a:cubicBezTo>
                <a:cubicBezTo>
                  <a:pt x="2588338" y="1692192"/>
                  <a:pt x="1418566" y="1483678"/>
                  <a:pt x="0" y="1642127"/>
                </a:cubicBezTo>
                <a:cubicBezTo>
                  <a:pt x="-36479" y="1418448"/>
                  <a:pt x="99420" y="195556"/>
                  <a:pt x="0" y="0"/>
                </a:cubicBezTo>
                <a:close/>
              </a:path>
            </a:pathLst>
          </a:custGeom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System Font Regular"/>
              <a:buNone/>
            </a:pPr>
            <a:r>
              <a:rPr lang="fr-FR" dirty="0"/>
              <a:t>Conditions retenues (ET) :</a:t>
            </a:r>
          </a:p>
          <a:p>
            <a:pPr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 </a:t>
            </a:r>
            <a:r>
              <a:rPr lang="fr-FR" dirty="0" err="1"/>
              <a:t>tasmax</a:t>
            </a:r>
            <a:r>
              <a:rPr lang="fr-FR" dirty="0"/>
              <a:t> &gt; 40°C</a:t>
            </a:r>
          </a:p>
          <a:p>
            <a:pPr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 </a:t>
            </a:r>
            <a:r>
              <a:rPr lang="fr-FR" dirty="0" err="1"/>
              <a:t>tasmax</a:t>
            </a:r>
            <a:r>
              <a:rPr lang="fr-FR" dirty="0"/>
              <a:t> &gt; 35°C pendant 3j</a:t>
            </a:r>
          </a:p>
          <a:p>
            <a:pPr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 </a:t>
            </a:r>
            <a:r>
              <a:rPr lang="fr-FR" dirty="0" err="1"/>
              <a:t>tasmin</a:t>
            </a:r>
            <a:r>
              <a:rPr lang="fr-FR" dirty="0"/>
              <a:t> &gt; 20°C pendant 2j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F2DD73E-0823-472E-8096-D761F6CA588E}"/>
              </a:ext>
            </a:extLst>
          </p:cNvPr>
          <p:cNvCxnSpPr>
            <a:cxnSpLocks/>
          </p:cNvCxnSpPr>
          <p:nvPr/>
        </p:nvCxnSpPr>
        <p:spPr>
          <a:xfrm>
            <a:off x="642156" y="3090041"/>
            <a:ext cx="495985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5CD70690-F48C-4AAC-ADE1-E6ED221FC7F9}"/>
              </a:ext>
            </a:extLst>
          </p:cNvPr>
          <p:cNvCxnSpPr>
            <a:cxnSpLocks/>
          </p:cNvCxnSpPr>
          <p:nvPr/>
        </p:nvCxnSpPr>
        <p:spPr>
          <a:xfrm>
            <a:off x="642156" y="3471046"/>
            <a:ext cx="529763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ED392E04-3129-4266-81B9-0CCC497CF6E6}"/>
              </a:ext>
            </a:extLst>
          </p:cNvPr>
          <p:cNvCxnSpPr/>
          <p:nvPr/>
        </p:nvCxnSpPr>
        <p:spPr>
          <a:xfrm>
            <a:off x="723882" y="4588646"/>
            <a:ext cx="4887311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>
            <a:extLst>
              <a:ext uri="{FF2B5EF4-FFF2-40B4-BE49-F238E27FC236}">
                <a16:creationId xmlns:a16="http://schemas.microsoft.com/office/drawing/2014/main" id="{8BEA6797-5FFC-0BA4-81BE-42394137A6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711" t="8364" r="3227" b="80629"/>
          <a:stretch>
            <a:fillRect/>
          </a:stretch>
        </p:blipFill>
        <p:spPr>
          <a:xfrm>
            <a:off x="4475479" y="2819433"/>
            <a:ext cx="1506855" cy="36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60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EBD78-4E89-C41A-8986-F25606271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8FBD94A2-F695-C035-6E6D-820611330B30}"/>
              </a:ext>
            </a:extLst>
          </p:cNvPr>
          <p:cNvSpPr txBox="1">
            <a:spLocks/>
          </p:cNvSpPr>
          <p:nvPr/>
        </p:nvSpPr>
        <p:spPr>
          <a:xfrm>
            <a:off x="4887361" y="271787"/>
            <a:ext cx="6619725" cy="979289"/>
          </a:xfrm>
          <a:custGeom>
            <a:avLst/>
            <a:gdLst>
              <a:gd name="connsiteX0" fmla="*/ 0 w 6619725"/>
              <a:gd name="connsiteY0" fmla="*/ 0 h 979289"/>
              <a:gd name="connsiteX1" fmla="*/ 6619725 w 6619725"/>
              <a:gd name="connsiteY1" fmla="*/ 0 h 979289"/>
              <a:gd name="connsiteX2" fmla="*/ 6619725 w 6619725"/>
              <a:gd name="connsiteY2" fmla="*/ 979289 h 979289"/>
              <a:gd name="connsiteX3" fmla="*/ 0 w 6619725"/>
              <a:gd name="connsiteY3" fmla="*/ 979289 h 979289"/>
              <a:gd name="connsiteX4" fmla="*/ 0 w 6619725"/>
              <a:gd name="connsiteY4" fmla="*/ 0 h 979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19725" h="979289" fill="none" extrusionOk="0">
                <a:moveTo>
                  <a:pt x="0" y="0"/>
                </a:moveTo>
                <a:cubicBezTo>
                  <a:pt x="3262177" y="-26772"/>
                  <a:pt x="4247499" y="-154967"/>
                  <a:pt x="6619725" y="0"/>
                </a:cubicBezTo>
                <a:cubicBezTo>
                  <a:pt x="6663379" y="157066"/>
                  <a:pt x="6562230" y="588820"/>
                  <a:pt x="6619725" y="979289"/>
                </a:cubicBezTo>
                <a:cubicBezTo>
                  <a:pt x="4367554" y="809992"/>
                  <a:pt x="2773252" y="1099580"/>
                  <a:pt x="0" y="979289"/>
                </a:cubicBezTo>
                <a:cubicBezTo>
                  <a:pt x="67279" y="828129"/>
                  <a:pt x="10188" y="394790"/>
                  <a:pt x="0" y="0"/>
                </a:cubicBezTo>
                <a:close/>
              </a:path>
              <a:path w="6619725" h="979289" stroke="0" extrusionOk="0">
                <a:moveTo>
                  <a:pt x="0" y="0"/>
                </a:moveTo>
                <a:cubicBezTo>
                  <a:pt x="3208173" y="7068"/>
                  <a:pt x="4618331" y="-65251"/>
                  <a:pt x="6619725" y="0"/>
                </a:cubicBezTo>
                <a:cubicBezTo>
                  <a:pt x="6594564" y="450793"/>
                  <a:pt x="6657543" y="604807"/>
                  <a:pt x="6619725" y="979289"/>
                </a:cubicBezTo>
                <a:cubicBezTo>
                  <a:pt x="3355473" y="1020952"/>
                  <a:pt x="2129005" y="880826"/>
                  <a:pt x="0" y="979289"/>
                </a:cubicBezTo>
                <a:cubicBezTo>
                  <a:pt x="-60471" y="579772"/>
                  <a:pt x="55570" y="10713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6E006B"/>
            </a:solidFill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indent="0" algn="ctr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2400" b="1" i="0">
                <a:solidFill>
                  <a:schemeClr val="tx1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b="0" i="0">
                <a:solidFill>
                  <a:schemeClr val="tx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9pPr>
          </a:lstStyle>
          <a:p>
            <a:r>
              <a:rPr lang="fr-FR" dirty="0"/>
              <a:t>Données utilisées : CPRCM-AROME Anastasia </a:t>
            </a:r>
          </a:p>
          <a:p>
            <a:r>
              <a:rPr lang="fr-FR" dirty="0"/>
              <a:t>(SSP 370 - ALPX3 2,5km) </a:t>
            </a:r>
            <a:r>
              <a:rPr lang="fr-FR" dirty="0" err="1"/>
              <a:t>tasmax</a:t>
            </a:r>
            <a:r>
              <a:rPr lang="fr-FR" dirty="0"/>
              <a:t> - </a:t>
            </a:r>
            <a:r>
              <a:rPr lang="fr-FR" dirty="0" err="1"/>
              <a:t>tasmin</a:t>
            </a:r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8A680BF-7455-6E57-7A10-E5D1B55DE32C}"/>
              </a:ext>
            </a:extLst>
          </p:cNvPr>
          <p:cNvSpPr txBox="1">
            <a:spLocks/>
          </p:cNvSpPr>
          <p:nvPr/>
        </p:nvSpPr>
        <p:spPr>
          <a:xfrm>
            <a:off x="161274" y="90690"/>
            <a:ext cx="90197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Résultats </a:t>
            </a:r>
          </a:p>
        </p:txBody>
      </p:sp>
      <p:sp>
        <p:nvSpPr>
          <p:cNvPr id="36" name="Espace réservé du contenu 2">
            <a:extLst>
              <a:ext uri="{FF2B5EF4-FFF2-40B4-BE49-F238E27FC236}">
                <a16:creationId xmlns:a16="http://schemas.microsoft.com/office/drawing/2014/main" id="{A75D7DDF-C917-7BBD-8163-C369B7797B10}"/>
              </a:ext>
            </a:extLst>
          </p:cNvPr>
          <p:cNvSpPr txBox="1">
            <a:spLocks/>
          </p:cNvSpPr>
          <p:nvPr/>
        </p:nvSpPr>
        <p:spPr>
          <a:xfrm>
            <a:off x="161274" y="1695076"/>
            <a:ext cx="5224774" cy="417099"/>
          </a:xfrm>
          <a:custGeom>
            <a:avLst/>
            <a:gdLst>
              <a:gd name="connsiteX0" fmla="*/ 0 w 5224774"/>
              <a:gd name="connsiteY0" fmla="*/ 0 h 417099"/>
              <a:gd name="connsiteX1" fmla="*/ 5224774 w 5224774"/>
              <a:gd name="connsiteY1" fmla="*/ 0 h 417099"/>
              <a:gd name="connsiteX2" fmla="*/ 5224774 w 5224774"/>
              <a:gd name="connsiteY2" fmla="*/ 417099 h 417099"/>
              <a:gd name="connsiteX3" fmla="*/ 0 w 5224774"/>
              <a:gd name="connsiteY3" fmla="*/ 417099 h 417099"/>
              <a:gd name="connsiteX4" fmla="*/ 0 w 5224774"/>
              <a:gd name="connsiteY4" fmla="*/ 0 h 41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4774" h="417099" extrusionOk="0">
                <a:moveTo>
                  <a:pt x="0" y="0"/>
                </a:moveTo>
                <a:cubicBezTo>
                  <a:pt x="1082743" y="7068"/>
                  <a:pt x="4681228" y="-65251"/>
                  <a:pt x="5224774" y="0"/>
                </a:cubicBezTo>
                <a:cubicBezTo>
                  <a:pt x="5236570" y="170763"/>
                  <a:pt x="5248063" y="358196"/>
                  <a:pt x="5224774" y="417099"/>
                </a:cubicBezTo>
                <a:cubicBezTo>
                  <a:pt x="4505261" y="458762"/>
                  <a:pt x="1291759" y="318636"/>
                  <a:pt x="0" y="417099"/>
                </a:cubicBezTo>
                <a:cubicBezTo>
                  <a:pt x="-21009" y="303155"/>
                  <a:pt x="23880" y="195182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indent="0" algn="ctr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2400" b="1" i="0">
                <a:solidFill>
                  <a:schemeClr val="tx1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b="0" i="0">
                <a:solidFill>
                  <a:schemeClr val="tx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9pPr>
          </a:lstStyle>
          <a:p>
            <a:pPr algn="l">
              <a:lnSpc>
                <a:spcPct val="80000"/>
              </a:lnSpc>
              <a:spcBef>
                <a:spcPts val="1000"/>
              </a:spcBef>
            </a:pPr>
            <a:r>
              <a:rPr lang="fr-FR" sz="1700" dirty="0"/>
              <a:t>Situation 2019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3A9CB01A-021A-549C-2515-4891081D1B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53" r="9426"/>
          <a:stretch>
            <a:fillRect/>
          </a:stretch>
        </p:blipFill>
        <p:spPr>
          <a:xfrm>
            <a:off x="243841" y="1944674"/>
            <a:ext cx="5323840" cy="416033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279704F-60FA-C5BB-6B9D-D18489C8E3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1"/>
          <a:stretch>
            <a:fillRect/>
          </a:stretch>
        </p:blipFill>
        <p:spPr bwMode="auto">
          <a:xfrm>
            <a:off x="5402717" y="1984338"/>
            <a:ext cx="6659369" cy="478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52432143-D2A7-B75C-7222-DDE6F5A183C0}"/>
              </a:ext>
            </a:extLst>
          </p:cNvPr>
          <p:cNvSpPr txBox="1">
            <a:spLocks/>
          </p:cNvSpPr>
          <p:nvPr/>
        </p:nvSpPr>
        <p:spPr>
          <a:xfrm>
            <a:off x="5650248" y="1667676"/>
            <a:ext cx="5224774" cy="417099"/>
          </a:xfrm>
          <a:custGeom>
            <a:avLst/>
            <a:gdLst>
              <a:gd name="connsiteX0" fmla="*/ 0 w 5224774"/>
              <a:gd name="connsiteY0" fmla="*/ 0 h 417099"/>
              <a:gd name="connsiteX1" fmla="*/ 5224774 w 5224774"/>
              <a:gd name="connsiteY1" fmla="*/ 0 h 417099"/>
              <a:gd name="connsiteX2" fmla="*/ 5224774 w 5224774"/>
              <a:gd name="connsiteY2" fmla="*/ 417099 h 417099"/>
              <a:gd name="connsiteX3" fmla="*/ 0 w 5224774"/>
              <a:gd name="connsiteY3" fmla="*/ 417099 h 417099"/>
              <a:gd name="connsiteX4" fmla="*/ 0 w 5224774"/>
              <a:gd name="connsiteY4" fmla="*/ 0 h 41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4774" h="417099" extrusionOk="0">
                <a:moveTo>
                  <a:pt x="0" y="0"/>
                </a:moveTo>
                <a:cubicBezTo>
                  <a:pt x="1082743" y="7068"/>
                  <a:pt x="4681228" y="-65251"/>
                  <a:pt x="5224774" y="0"/>
                </a:cubicBezTo>
                <a:cubicBezTo>
                  <a:pt x="5236570" y="170763"/>
                  <a:pt x="5248063" y="358196"/>
                  <a:pt x="5224774" y="417099"/>
                </a:cubicBezTo>
                <a:cubicBezTo>
                  <a:pt x="4505261" y="458762"/>
                  <a:pt x="1291759" y="318636"/>
                  <a:pt x="0" y="417099"/>
                </a:cubicBezTo>
                <a:cubicBezTo>
                  <a:pt x="-21009" y="303155"/>
                  <a:pt x="23880" y="195182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indent="0" algn="ctr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2400" b="1" i="0">
                <a:solidFill>
                  <a:schemeClr val="tx1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b="0" i="0">
                <a:solidFill>
                  <a:schemeClr val="tx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9pPr>
          </a:lstStyle>
          <a:p>
            <a:pPr algn="l">
              <a:spcBef>
                <a:spcPts val="1000"/>
              </a:spcBef>
            </a:pPr>
            <a:r>
              <a:rPr lang="fr-FR" sz="1800" dirty="0"/>
              <a:t>Situation projetée</a:t>
            </a:r>
          </a:p>
        </p:txBody>
      </p:sp>
    </p:spTree>
    <p:extLst>
      <p:ext uri="{BB962C8B-B14F-4D97-AF65-F5344CB8AC3E}">
        <p14:creationId xmlns:p14="http://schemas.microsoft.com/office/powerpoint/2010/main" val="2052901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A5270-EDC6-4776-D49A-B8D299010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>
            <a:extLst>
              <a:ext uri="{FF2B5EF4-FFF2-40B4-BE49-F238E27FC236}">
                <a16:creationId xmlns:a16="http://schemas.microsoft.com/office/drawing/2014/main" id="{511DD49A-8EF6-30E0-F02D-E7462A118C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00"/>
          <a:stretch>
            <a:fillRect/>
          </a:stretch>
        </p:blipFill>
        <p:spPr>
          <a:xfrm>
            <a:off x="325826" y="2803021"/>
            <a:ext cx="10026175" cy="35400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0B306E9-0761-5FAD-F098-ECEEFBDAA3EE}"/>
              </a:ext>
            </a:extLst>
          </p:cNvPr>
          <p:cNvSpPr txBox="1">
            <a:spLocks/>
          </p:cNvSpPr>
          <p:nvPr/>
        </p:nvSpPr>
        <p:spPr>
          <a:xfrm>
            <a:off x="4887361" y="271787"/>
            <a:ext cx="6619725" cy="979289"/>
          </a:xfrm>
          <a:custGeom>
            <a:avLst/>
            <a:gdLst>
              <a:gd name="connsiteX0" fmla="*/ 0 w 6619725"/>
              <a:gd name="connsiteY0" fmla="*/ 0 h 979289"/>
              <a:gd name="connsiteX1" fmla="*/ 6619725 w 6619725"/>
              <a:gd name="connsiteY1" fmla="*/ 0 h 979289"/>
              <a:gd name="connsiteX2" fmla="*/ 6619725 w 6619725"/>
              <a:gd name="connsiteY2" fmla="*/ 979289 h 979289"/>
              <a:gd name="connsiteX3" fmla="*/ 0 w 6619725"/>
              <a:gd name="connsiteY3" fmla="*/ 979289 h 979289"/>
              <a:gd name="connsiteX4" fmla="*/ 0 w 6619725"/>
              <a:gd name="connsiteY4" fmla="*/ 0 h 979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19725" h="979289" fill="none" extrusionOk="0">
                <a:moveTo>
                  <a:pt x="0" y="0"/>
                </a:moveTo>
                <a:cubicBezTo>
                  <a:pt x="3262177" y="-26772"/>
                  <a:pt x="4247499" y="-154967"/>
                  <a:pt x="6619725" y="0"/>
                </a:cubicBezTo>
                <a:cubicBezTo>
                  <a:pt x="6663379" y="157066"/>
                  <a:pt x="6562230" y="588820"/>
                  <a:pt x="6619725" y="979289"/>
                </a:cubicBezTo>
                <a:cubicBezTo>
                  <a:pt x="4367554" y="809992"/>
                  <a:pt x="2773252" y="1099580"/>
                  <a:pt x="0" y="979289"/>
                </a:cubicBezTo>
                <a:cubicBezTo>
                  <a:pt x="67279" y="828129"/>
                  <a:pt x="10188" y="394790"/>
                  <a:pt x="0" y="0"/>
                </a:cubicBezTo>
                <a:close/>
              </a:path>
              <a:path w="6619725" h="979289" stroke="0" extrusionOk="0">
                <a:moveTo>
                  <a:pt x="0" y="0"/>
                </a:moveTo>
                <a:cubicBezTo>
                  <a:pt x="3208173" y="7068"/>
                  <a:pt x="4618331" y="-65251"/>
                  <a:pt x="6619725" y="0"/>
                </a:cubicBezTo>
                <a:cubicBezTo>
                  <a:pt x="6594564" y="450793"/>
                  <a:pt x="6657543" y="604807"/>
                  <a:pt x="6619725" y="979289"/>
                </a:cubicBezTo>
                <a:cubicBezTo>
                  <a:pt x="3355473" y="1020952"/>
                  <a:pt x="2129005" y="880826"/>
                  <a:pt x="0" y="979289"/>
                </a:cubicBezTo>
                <a:cubicBezTo>
                  <a:pt x="-60471" y="579772"/>
                  <a:pt x="55570" y="10713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6E006B"/>
            </a:solidFill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indent="0" algn="ctr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2400" b="1" i="0">
                <a:solidFill>
                  <a:schemeClr val="tx1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b="0" i="0">
                <a:solidFill>
                  <a:schemeClr val="tx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9pPr>
          </a:lstStyle>
          <a:p>
            <a:r>
              <a:rPr lang="fr-FR" dirty="0"/>
              <a:t>Données utilisées : CPRCM Anastasia </a:t>
            </a:r>
          </a:p>
          <a:p>
            <a:r>
              <a:rPr lang="fr-FR" dirty="0"/>
              <a:t>(SSP 370 - ALPX3 2,5km) </a:t>
            </a:r>
            <a:r>
              <a:rPr lang="fr-FR" dirty="0" err="1"/>
              <a:t>tasmax</a:t>
            </a:r>
            <a:r>
              <a:rPr lang="fr-FR" dirty="0"/>
              <a:t> - </a:t>
            </a:r>
            <a:r>
              <a:rPr lang="fr-FR" dirty="0" err="1"/>
              <a:t>tasmin</a:t>
            </a:r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9B24292-76D4-193C-BD5F-5B43CF9FC0BB}"/>
              </a:ext>
            </a:extLst>
          </p:cNvPr>
          <p:cNvSpPr txBox="1">
            <a:spLocks/>
          </p:cNvSpPr>
          <p:nvPr/>
        </p:nvSpPr>
        <p:spPr>
          <a:xfrm>
            <a:off x="161274" y="90690"/>
            <a:ext cx="90197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Résultats 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1637AA3-14AC-0204-1567-B230DA9C8962}"/>
              </a:ext>
            </a:extLst>
          </p:cNvPr>
          <p:cNvSpPr txBox="1">
            <a:spLocks/>
          </p:cNvSpPr>
          <p:nvPr/>
        </p:nvSpPr>
        <p:spPr>
          <a:xfrm>
            <a:off x="0" y="1314140"/>
            <a:ext cx="5224774" cy="542178"/>
          </a:xfrm>
          <a:custGeom>
            <a:avLst/>
            <a:gdLst>
              <a:gd name="connsiteX0" fmla="*/ 0 w 5224774"/>
              <a:gd name="connsiteY0" fmla="*/ 0 h 542178"/>
              <a:gd name="connsiteX1" fmla="*/ 5224774 w 5224774"/>
              <a:gd name="connsiteY1" fmla="*/ 0 h 542178"/>
              <a:gd name="connsiteX2" fmla="*/ 5224774 w 5224774"/>
              <a:gd name="connsiteY2" fmla="*/ 542178 h 542178"/>
              <a:gd name="connsiteX3" fmla="*/ 0 w 5224774"/>
              <a:gd name="connsiteY3" fmla="*/ 542178 h 542178"/>
              <a:gd name="connsiteX4" fmla="*/ 0 w 5224774"/>
              <a:gd name="connsiteY4" fmla="*/ 0 h 542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4774" h="542178" extrusionOk="0">
                <a:moveTo>
                  <a:pt x="0" y="0"/>
                </a:moveTo>
                <a:cubicBezTo>
                  <a:pt x="1082743" y="7068"/>
                  <a:pt x="4681228" y="-65251"/>
                  <a:pt x="5224774" y="0"/>
                </a:cubicBezTo>
                <a:cubicBezTo>
                  <a:pt x="5243119" y="70521"/>
                  <a:pt x="5234109" y="402783"/>
                  <a:pt x="5224774" y="542178"/>
                </a:cubicBezTo>
                <a:cubicBezTo>
                  <a:pt x="4505261" y="583841"/>
                  <a:pt x="1291759" y="443715"/>
                  <a:pt x="0" y="542178"/>
                </a:cubicBezTo>
                <a:cubicBezTo>
                  <a:pt x="-33830" y="448018"/>
                  <a:pt x="-47737" y="130515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92500"/>
          </a:bodyPr>
          <a:lstStyle>
            <a:defPPr>
              <a:defRPr lang="fr-FR"/>
            </a:defPPr>
            <a:lvl1pPr indent="0" algn="ctr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2400" b="1" i="0">
                <a:solidFill>
                  <a:schemeClr val="tx1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b="0" i="0">
                <a:solidFill>
                  <a:schemeClr val="tx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9pPr>
          </a:lstStyle>
          <a:p>
            <a:r>
              <a:rPr lang="fr-FR" dirty="0"/>
              <a:t>TRACC : </a:t>
            </a:r>
            <a:r>
              <a:rPr lang="fr-FR" dirty="0">
                <a:solidFill>
                  <a:srgbClr val="EAE2D8"/>
                </a:solidFill>
              </a:rPr>
              <a:t>France à 2°C</a:t>
            </a:r>
            <a:r>
              <a:rPr lang="fr-FR" dirty="0"/>
              <a:t> et </a:t>
            </a:r>
            <a:r>
              <a:rPr lang="fr-FR" dirty="0">
                <a:solidFill>
                  <a:srgbClr val="D7CCE5"/>
                </a:solidFill>
              </a:rPr>
              <a:t>France à 2,7°C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D52A210-FC65-E75E-2578-373A3D3F8A08}"/>
              </a:ext>
            </a:extLst>
          </p:cNvPr>
          <p:cNvSpPr txBox="1"/>
          <p:nvPr/>
        </p:nvSpPr>
        <p:spPr>
          <a:xfrm>
            <a:off x="5476223" y="1595375"/>
            <a:ext cx="21538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/>
              <a:t>Focus simultanéité</a:t>
            </a:r>
            <a:endParaRPr lang="fr-FR" sz="1600" b="1" dirty="0"/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5D153929-3E12-B94D-7D75-D97EA0D85424}"/>
              </a:ext>
            </a:extLst>
          </p:cNvPr>
          <p:cNvCxnSpPr>
            <a:cxnSpLocks/>
          </p:cNvCxnSpPr>
          <p:nvPr/>
        </p:nvCxnSpPr>
        <p:spPr>
          <a:xfrm flipH="1">
            <a:off x="3952240" y="1962913"/>
            <a:ext cx="1639782" cy="15229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40DA9BBA-C026-15EA-B910-3FFF306519CB}"/>
              </a:ext>
            </a:extLst>
          </p:cNvPr>
          <p:cNvCxnSpPr>
            <a:cxnSpLocks/>
          </p:cNvCxnSpPr>
          <p:nvPr/>
        </p:nvCxnSpPr>
        <p:spPr>
          <a:xfrm>
            <a:off x="7257327" y="1959531"/>
            <a:ext cx="734575" cy="356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18">
            <a:extLst>
              <a:ext uri="{FF2B5EF4-FFF2-40B4-BE49-F238E27FC236}">
                <a16:creationId xmlns:a16="http://schemas.microsoft.com/office/drawing/2014/main" id="{4612AD71-FF18-184F-1583-2F0EC36627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643" t="18113" b="71910"/>
          <a:stretch>
            <a:fillRect/>
          </a:stretch>
        </p:blipFill>
        <p:spPr>
          <a:xfrm>
            <a:off x="9794327" y="2304262"/>
            <a:ext cx="1832919" cy="420131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67F7C91F-6829-8718-7AFC-04DFE0CADD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22" t="-336" r="55004" b="88391"/>
          <a:stretch>
            <a:fillRect/>
          </a:stretch>
        </p:blipFill>
        <p:spPr>
          <a:xfrm>
            <a:off x="243931" y="2052733"/>
            <a:ext cx="4535383" cy="503058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FB2782B5-A0BA-AA9D-275E-FCED777203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5276" y="3272201"/>
            <a:ext cx="1299526" cy="1857475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3E4ED963-5A96-4491-FAEF-3AC1D5F79D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902" y="1521391"/>
            <a:ext cx="1440617" cy="2563259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09D9549-B8AF-A3B1-7DB7-E3643C683A2F}"/>
              </a:ext>
            </a:extLst>
          </p:cNvPr>
          <p:cNvSpPr txBox="1"/>
          <p:nvPr/>
        </p:nvSpPr>
        <p:spPr>
          <a:xfrm>
            <a:off x="10249158" y="2225634"/>
            <a:ext cx="144061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Abadi" panose="020B0604020104020204" pitchFamily="34" charset="0"/>
              </a:rPr>
              <a:t>Nombre d’occurrences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DC251EF-F423-35AC-E7A5-E5A1019C46CA}"/>
              </a:ext>
            </a:extLst>
          </p:cNvPr>
          <p:cNvSpPr txBox="1"/>
          <p:nvPr/>
        </p:nvSpPr>
        <p:spPr>
          <a:xfrm>
            <a:off x="10249158" y="2436251"/>
            <a:ext cx="144061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000" dirty="0" err="1">
                <a:latin typeface="Abadi" panose="020B0604020104020204" pitchFamily="34" charset="0"/>
              </a:rPr>
              <a:t>Mean</a:t>
            </a:r>
            <a:endParaRPr lang="fr-FR" sz="1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37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57469-1DD9-46AD-8B01-CB6AB333F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DF8AA9-9C8C-9AC7-6EBB-672077047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26" y="116700"/>
            <a:ext cx="8267296" cy="1446550"/>
          </a:xfrm>
        </p:spPr>
        <p:txBody>
          <a:bodyPr/>
          <a:lstStyle/>
          <a:p>
            <a:r>
              <a:rPr lang="fr-FR" dirty="0"/>
              <a:t>Limites et perspectives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C9EB27-69A1-5E9C-79F6-238B02F161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6343" y="1371599"/>
            <a:ext cx="5241885" cy="4819135"/>
          </a:xfrm>
          <a:custGeom>
            <a:avLst/>
            <a:gdLst>
              <a:gd name="connsiteX0" fmla="*/ 0 w 5241885"/>
              <a:gd name="connsiteY0" fmla="*/ 0 h 4819135"/>
              <a:gd name="connsiteX1" fmla="*/ 5241885 w 5241885"/>
              <a:gd name="connsiteY1" fmla="*/ 0 h 4819135"/>
              <a:gd name="connsiteX2" fmla="*/ 5241885 w 5241885"/>
              <a:gd name="connsiteY2" fmla="*/ 4819135 h 4819135"/>
              <a:gd name="connsiteX3" fmla="*/ 0 w 5241885"/>
              <a:gd name="connsiteY3" fmla="*/ 4819135 h 4819135"/>
              <a:gd name="connsiteX4" fmla="*/ 0 w 5241885"/>
              <a:gd name="connsiteY4" fmla="*/ 0 h 4819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1885" h="4819135" fill="none" extrusionOk="0">
                <a:moveTo>
                  <a:pt x="0" y="0"/>
                </a:moveTo>
                <a:cubicBezTo>
                  <a:pt x="1745428" y="-129909"/>
                  <a:pt x="3832557" y="167005"/>
                  <a:pt x="5241885" y="0"/>
                </a:cubicBezTo>
                <a:cubicBezTo>
                  <a:pt x="5196206" y="1208288"/>
                  <a:pt x="5131945" y="3701934"/>
                  <a:pt x="5241885" y="4819135"/>
                </a:cubicBezTo>
                <a:cubicBezTo>
                  <a:pt x="4047454" y="4664766"/>
                  <a:pt x="631124" y="4978577"/>
                  <a:pt x="0" y="4819135"/>
                </a:cubicBezTo>
                <a:cubicBezTo>
                  <a:pt x="-167080" y="3258063"/>
                  <a:pt x="-159602" y="1859965"/>
                  <a:pt x="0" y="0"/>
                </a:cubicBezTo>
                <a:close/>
              </a:path>
              <a:path w="5241885" h="4819135" stroke="0" extrusionOk="0">
                <a:moveTo>
                  <a:pt x="0" y="0"/>
                </a:moveTo>
                <a:cubicBezTo>
                  <a:pt x="2258239" y="153673"/>
                  <a:pt x="3135952" y="-1984"/>
                  <a:pt x="5241885" y="0"/>
                </a:cubicBezTo>
                <a:cubicBezTo>
                  <a:pt x="5080225" y="497061"/>
                  <a:pt x="5189511" y="2569959"/>
                  <a:pt x="5241885" y="4819135"/>
                </a:cubicBezTo>
                <a:cubicBezTo>
                  <a:pt x="3387388" y="4784017"/>
                  <a:pt x="1390779" y="4826730"/>
                  <a:pt x="0" y="4819135"/>
                </a:cubicBezTo>
                <a:cubicBezTo>
                  <a:pt x="142647" y="3789636"/>
                  <a:pt x="6402" y="731882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451918839">
                  <ask:type>
                    <ask:lineSketchCurved/>
                  </ask:type>
                </ask:lineSketchStyleProps>
              </a:ext>
            </a:extLst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Limites identifiées : </a:t>
            </a:r>
          </a:p>
          <a:p>
            <a:pPr lvl="1">
              <a:spcBef>
                <a:spcPts val="1000"/>
              </a:spcBef>
            </a:pPr>
            <a:r>
              <a:rPr lang="fr-FR" dirty="0"/>
              <a:t>Mieux étudier la </a:t>
            </a:r>
            <a:r>
              <a:rPr lang="fr-FR" b="1" dirty="0"/>
              <a:t>fonction de transfert </a:t>
            </a:r>
            <a:r>
              <a:rPr lang="fr-FR" dirty="0"/>
              <a:t>entre les conditions météo et la panne matérielle</a:t>
            </a:r>
          </a:p>
          <a:p>
            <a:pPr lvl="1">
              <a:spcBef>
                <a:spcPts val="1000"/>
              </a:spcBef>
            </a:pPr>
            <a:r>
              <a:rPr lang="fr-FR" dirty="0"/>
              <a:t>Choix du </a:t>
            </a:r>
            <a:r>
              <a:rPr lang="fr-FR" b="1" dirty="0"/>
              <a:t>modèle de projections </a:t>
            </a:r>
            <a:r>
              <a:rPr lang="fr-FR" dirty="0"/>
              <a:t>: </a:t>
            </a:r>
          </a:p>
          <a:p>
            <a:pPr lvl="2">
              <a:spcBef>
                <a:spcPts val="1000"/>
              </a:spcBef>
            </a:pPr>
            <a:r>
              <a:rPr lang="fr-FR" b="1" dirty="0"/>
              <a:t>Robustesse</a:t>
            </a:r>
            <a:r>
              <a:rPr lang="fr-FR" dirty="0"/>
              <a:t> des résultats : Un seul modèle utilisé</a:t>
            </a:r>
          </a:p>
          <a:p>
            <a:pPr lvl="2">
              <a:spcBef>
                <a:spcPts val="1000"/>
              </a:spcBef>
            </a:pPr>
            <a:r>
              <a:rPr lang="fr-FR" b="1" dirty="0"/>
              <a:t>Approche risque </a:t>
            </a:r>
            <a:r>
              <a:rPr lang="fr-FR" dirty="0"/>
              <a:t>limitée : </a:t>
            </a:r>
            <a:r>
              <a:rPr lang="fr-FR" dirty="0" err="1"/>
              <a:t>ssp</a:t>
            </a:r>
            <a:r>
              <a:rPr lang="fr-FR" dirty="0"/>
              <a:t> 370</a:t>
            </a:r>
          </a:p>
          <a:p>
            <a:pPr lvl="1">
              <a:spcBef>
                <a:spcPts val="1000"/>
              </a:spcBef>
            </a:pPr>
            <a:r>
              <a:rPr lang="fr-FR" b="1" dirty="0"/>
              <a:t>Accessibilité de la donnée </a:t>
            </a:r>
            <a:r>
              <a:rPr lang="fr-FR" dirty="0"/>
              <a:t>: téléchargement sur géographies restreintes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fr-FR" b="1" dirty="0"/>
              <a:t>Opportunité des nouvelles données : </a:t>
            </a:r>
          </a:p>
          <a:p>
            <a:pPr lvl="1">
              <a:spcBef>
                <a:spcPts val="1000"/>
              </a:spcBef>
            </a:pPr>
            <a:r>
              <a:rPr lang="fr-FR" sz="2100" b="1" dirty="0"/>
              <a:t>Analyse « ICU » plus fine </a:t>
            </a:r>
            <a:r>
              <a:rPr lang="fr-FR" sz="2100" dirty="0"/>
              <a:t>avec la résolution 2,5km qu’avec le 8km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558BB60-B062-60E7-E166-5BF7F855E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464" y="1371601"/>
            <a:ext cx="5241886" cy="4819133"/>
          </a:xfrm>
          <a:custGeom>
            <a:avLst/>
            <a:gdLst>
              <a:gd name="connsiteX0" fmla="*/ 0 w 5241886"/>
              <a:gd name="connsiteY0" fmla="*/ 0 h 4819133"/>
              <a:gd name="connsiteX1" fmla="*/ 5241886 w 5241886"/>
              <a:gd name="connsiteY1" fmla="*/ 0 h 4819133"/>
              <a:gd name="connsiteX2" fmla="*/ 5241886 w 5241886"/>
              <a:gd name="connsiteY2" fmla="*/ 4819133 h 4819133"/>
              <a:gd name="connsiteX3" fmla="*/ 0 w 5241886"/>
              <a:gd name="connsiteY3" fmla="*/ 4819133 h 4819133"/>
              <a:gd name="connsiteX4" fmla="*/ 0 w 5241886"/>
              <a:gd name="connsiteY4" fmla="*/ 0 h 481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1886" h="4819133" fill="none" extrusionOk="0">
                <a:moveTo>
                  <a:pt x="0" y="0"/>
                </a:moveTo>
                <a:cubicBezTo>
                  <a:pt x="1658739" y="-33775"/>
                  <a:pt x="3235314" y="138873"/>
                  <a:pt x="5241886" y="0"/>
                </a:cubicBezTo>
                <a:cubicBezTo>
                  <a:pt x="5168115" y="1983995"/>
                  <a:pt x="5086003" y="4090967"/>
                  <a:pt x="5241886" y="4819133"/>
                </a:cubicBezTo>
                <a:cubicBezTo>
                  <a:pt x="4079595" y="4681803"/>
                  <a:pt x="1498556" y="4681277"/>
                  <a:pt x="0" y="4819133"/>
                </a:cubicBezTo>
                <a:cubicBezTo>
                  <a:pt x="152408" y="3322730"/>
                  <a:pt x="73868" y="854806"/>
                  <a:pt x="0" y="0"/>
                </a:cubicBezTo>
                <a:close/>
              </a:path>
              <a:path w="5241886" h="4819133" stroke="0" extrusionOk="0">
                <a:moveTo>
                  <a:pt x="0" y="0"/>
                </a:moveTo>
                <a:cubicBezTo>
                  <a:pt x="1890422" y="-101487"/>
                  <a:pt x="4204664" y="-162162"/>
                  <a:pt x="5241886" y="0"/>
                </a:cubicBezTo>
                <a:cubicBezTo>
                  <a:pt x="5302599" y="516992"/>
                  <a:pt x="5180814" y="3841036"/>
                  <a:pt x="5241886" y="4819133"/>
                </a:cubicBezTo>
                <a:cubicBezTo>
                  <a:pt x="3904538" y="4869198"/>
                  <a:pt x="2063143" y="4660684"/>
                  <a:pt x="0" y="4819133"/>
                </a:cubicBezTo>
                <a:cubicBezTo>
                  <a:pt x="-24452" y="4261493"/>
                  <a:pt x="-67663" y="1189811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sk:type>
                    <ask:lineSketchCurved/>
                  </ask:type>
                </ask:lineSketchStyleProps>
              </a:ext>
            </a:extLst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Perspectives :</a:t>
            </a:r>
          </a:p>
          <a:p>
            <a:pPr lvl="1">
              <a:spcBef>
                <a:spcPts val="1000"/>
              </a:spcBef>
            </a:pPr>
            <a:r>
              <a:rPr lang="fr-FR" b="1" dirty="0"/>
              <a:t>Réplicabilité</a:t>
            </a:r>
            <a:r>
              <a:rPr lang="fr-FR" dirty="0"/>
              <a:t> à d’autres composantes (ex. climatisation) du matériel roulant et d’autres secteurs</a:t>
            </a:r>
          </a:p>
          <a:p>
            <a:pPr lvl="1">
              <a:spcBef>
                <a:spcPts val="1000"/>
              </a:spcBef>
            </a:pPr>
            <a:r>
              <a:rPr lang="fr-FR" dirty="0"/>
              <a:t>Progrès méthodologique associé à la </a:t>
            </a:r>
            <a:r>
              <a:rPr lang="fr-FR" b="1" dirty="0"/>
              <a:t>vulnérabilité fonctionnelle </a:t>
            </a:r>
            <a:r>
              <a:rPr lang="fr-FR" dirty="0"/>
              <a:t>: prédiction de simultanéité de conditions de panne pour un opérateur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fr-FR" b="1" dirty="0"/>
              <a:t> Innovation : </a:t>
            </a:r>
          </a:p>
          <a:p>
            <a:pPr lvl="1">
              <a:lnSpc>
                <a:spcPct val="110000"/>
              </a:lnSpc>
              <a:spcBef>
                <a:spcPts val="1000"/>
              </a:spcBef>
            </a:pPr>
            <a:r>
              <a:rPr lang="fr-FR" sz="2100" dirty="0"/>
              <a:t>Étude du </a:t>
            </a:r>
            <a:r>
              <a:rPr lang="fr-FR" sz="2100" b="1" dirty="0"/>
              <a:t>matériel roulant</a:t>
            </a:r>
          </a:p>
          <a:p>
            <a:pPr lvl="1">
              <a:spcBef>
                <a:spcPts val="1000"/>
              </a:spcBef>
            </a:pPr>
            <a:r>
              <a:rPr lang="fr-FR" sz="2100" dirty="0"/>
              <a:t>Création d’indicateur pour l’analyse de la </a:t>
            </a:r>
            <a:r>
              <a:rPr lang="fr-FR" sz="2100" b="1" dirty="0"/>
              <a:t>vulnérabilité fonctionnelle</a:t>
            </a:r>
          </a:p>
        </p:txBody>
      </p:sp>
    </p:spTree>
    <p:extLst>
      <p:ext uri="{BB962C8B-B14F-4D97-AF65-F5344CB8AC3E}">
        <p14:creationId xmlns:p14="http://schemas.microsoft.com/office/powerpoint/2010/main" val="280065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D1185-4985-05A3-659B-3A963CE6D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0A38438-9829-06F1-A089-F27B71C5C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A812326-30E9-A2D6-F13D-7D725DAFD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6797" y="976630"/>
            <a:ext cx="5857986" cy="3195690"/>
          </a:xfrm>
        </p:spPr>
        <p:txBody>
          <a:bodyPr>
            <a:noAutofit/>
          </a:bodyPr>
          <a:lstStyle/>
          <a:p>
            <a:pPr algn="ctr"/>
            <a:r>
              <a:rPr lang="fr-FR" sz="4800" dirty="0"/>
              <a:t>Résilience &amp; transports : </a:t>
            </a:r>
            <a:br>
              <a:rPr lang="fr-FR" sz="4800" dirty="0"/>
            </a:br>
            <a:r>
              <a:rPr lang="fr-FR" sz="4800" dirty="0"/>
              <a:t>impacts des chaleurs extrêmes sur le matériel roulant</a:t>
            </a:r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8BCCC0D-8245-953A-08A2-C851D1A9B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0625" y="562356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EA1B63-30E6-E5EA-E548-6F1BCC6A0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7D70AF-E75E-5F02-0552-252EF3CB78A6}"/>
              </a:ext>
            </a:extLst>
          </p:cNvPr>
          <p:cNvSpPr/>
          <p:nvPr/>
        </p:nvSpPr>
        <p:spPr>
          <a:xfrm>
            <a:off x="5570426" y="5240531"/>
            <a:ext cx="1252743" cy="1161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  <p:pic>
        <p:nvPicPr>
          <p:cNvPr id="4" name="Picture 3" descr="Arrière-plan de fumée abstrait">
            <a:extLst>
              <a:ext uri="{FF2B5EF4-FFF2-40B4-BE49-F238E27FC236}">
                <a16:creationId xmlns:a16="http://schemas.microsoft.com/office/drawing/2014/main" id="{818D3502-9428-2F3F-57C4-CB7AD1D6E3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04" r="24147" b="6815"/>
          <a:stretch>
            <a:fillRect/>
          </a:stretch>
        </p:blipFill>
        <p:spPr>
          <a:xfrm>
            <a:off x="0" y="345450"/>
            <a:ext cx="6038037" cy="639063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05894C7-308A-D344-F43F-766C163B86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66"/>
          <a:stretch>
            <a:fillRect/>
          </a:stretch>
        </p:blipFill>
        <p:spPr>
          <a:xfrm>
            <a:off x="0" y="0"/>
            <a:ext cx="6038038" cy="170772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FB5579F-E62E-E777-14D3-D93DF8B76FBF}"/>
              </a:ext>
            </a:extLst>
          </p:cNvPr>
          <p:cNvSpPr txBox="1"/>
          <p:nvPr/>
        </p:nvSpPr>
        <p:spPr>
          <a:xfrm>
            <a:off x="1083651" y="5147362"/>
            <a:ext cx="38707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+mn-cs"/>
              </a:rPr>
              <a:t>Emile DESCROIX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+mn-cs"/>
              </a:rPr>
              <a:t>- SNCF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+mn-cs"/>
              </a:rPr>
              <a:t>Thibault LANDEL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+mn-cs"/>
              </a:rPr>
              <a:t>- CEREMA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+mn-cs"/>
              </a:rPr>
              <a:t>Laureline MONTEIGNIES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+mn-cs"/>
              </a:rPr>
              <a:t>- EGIS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+mn-cs"/>
              </a:rPr>
              <a:t>Théo SCHWARTZ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+mn-cs"/>
              </a:rPr>
              <a:t>- SNCF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SimSun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+mn-cs"/>
              </a:rPr>
              <a:t>Marie TERRIER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+mn-cs"/>
              </a:rPr>
              <a:t>- Open IG Occitanie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+mn-cs"/>
              </a:rPr>
              <a:t>.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1E601DE8-0D7A-8654-D078-9ADA68832FA6}"/>
              </a:ext>
            </a:extLst>
          </p:cNvPr>
          <p:cNvSpPr txBox="1">
            <a:spLocks/>
          </p:cNvSpPr>
          <p:nvPr/>
        </p:nvSpPr>
        <p:spPr>
          <a:xfrm>
            <a:off x="6196797" y="5161557"/>
            <a:ext cx="5857986" cy="7198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0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4800" b="1" dirty="0">
                <a:solidFill>
                  <a:srgbClr val="C13CA4"/>
                </a:solidFill>
                <a:latin typeface="Bradley Hand ITC" panose="03070402050302030203" pitchFamily="66" charset="0"/>
              </a:rPr>
              <a:t>Merci de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394252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D0712943-7502-212E-D0AF-80AF455F14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80"/>
          <a:stretch>
            <a:fillRect/>
          </a:stretch>
        </p:blipFill>
        <p:spPr bwMode="auto">
          <a:xfrm>
            <a:off x="0" y="1864956"/>
            <a:ext cx="6754248" cy="4733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B243F9B-F2AA-CD61-FB87-48CBDC810926}"/>
              </a:ext>
            </a:extLst>
          </p:cNvPr>
          <p:cNvSpPr txBox="1">
            <a:spLocks/>
          </p:cNvSpPr>
          <p:nvPr/>
        </p:nvSpPr>
        <p:spPr>
          <a:xfrm>
            <a:off x="4887361" y="271787"/>
            <a:ext cx="6619725" cy="979289"/>
          </a:xfrm>
          <a:custGeom>
            <a:avLst/>
            <a:gdLst>
              <a:gd name="connsiteX0" fmla="*/ 0 w 6619725"/>
              <a:gd name="connsiteY0" fmla="*/ 0 h 979289"/>
              <a:gd name="connsiteX1" fmla="*/ 6619725 w 6619725"/>
              <a:gd name="connsiteY1" fmla="*/ 0 h 979289"/>
              <a:gd name="connsiteX2" fmla="*/ 6619725 w 6619725"/>
              <a:gd name="connsiteY2" fmla="*/ 979289 h 979289"/>
              <a:gd name="connsiteX3" fmla="*/ 0 w 6619725"/>
              <a:gd name="connsiteY3" fmla="*/ 979289 h 979289"/>
              <a:gd name="connsiteX4" fmla="*/ 0 w 6619725"/>
              <a:gd name="connsiteY4" fmla="*/ 0 h 979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19725" h="979289" fill="none" extrusionOk="0">
                <a:moveTo>
                  <a:pt x="0" y="0"/>
                </a:moveTo>
                <a:cubicBezTo>
                  <a:pt x="3262177" y="-26772"/>
                  <a:pt x="4247499" y="-154967"/>
                  <a:pt x="6619725" y="0"/>
                </a:cubicBezTo>
                <a:cubicBezTo>
                  <a:pt x="6663379" y="157066"/>
                  <a:pt x="6562230" y="588820"/>
                  <a:pt x="6619725" y="979289"/>
                </a:cubicBezTo>
                <a:cubicBezTo>
                  <a:pt x="4367554" y="809992"/>
                  <a:pt x="2773252" y="1099580"/>
                  <a:pt x="0" y="979289"/>
                </a:cubicBezTo>
                <a:cubicBezTo>
                  <a:pt x="67279" y="828129"/>
                  <a:pt x="10188" y="394790"/>
                  <a:pt x="0" y="0"/>
                </a:cubicBezTo>
                <a:close/>
              </a:path>
              <a:path w="6619725" h="979289" stroke="0" extrusionOk="0">
                <a:moveTo>
                  <a:pt x="0" y="0"/>
                </a:moveTo>
                <a:cubicBezTo>
                  <a:pt x="3208173" y="7068"/>
                  <a:pt x="4618331" y="-65251"/>
                  <a:pt x="6619725" y="0"/>
                </a:cubicBezTo>
                <a:cubicBezTo>
                  <a:pt x="6594564" y="450793"/>
                  <a:pt x="6657543" y="604807"/>
                  <a:pt x="6619725" y="979289"/>
                </a:cubicBezTo>
                <a:cubicBezTo>
                  <a:pt x="3355473" y="1020952"/>
                  <a:pt x="2129005" y="880826"/>
                  <a:pt x="0" y="979289"/>
                </a:cubicBezTo>
                <a:cubicBezTo>
                  <a:pt x="-60471" y="579772"/>
                  <a:pt x="55570" y="10713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6E006B"/>
            </a:solidFill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indent="0" algn="ctr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2400" b="1" i="0">
                <a:solidFill>
                  <a:schemeClr val="tx1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b="0" i="0">
                <a:solidFill>
                  <a:schemeClr val="tx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9pPr>
          </a:lstStyle>
          <a:p>
            <a:r>
              <a:rPr lang="fr-FR" dirty="0"/>
              <a:t>Données utilisées : CPRCM Anastasia </a:t>
            </a:r>
          </a:p>
          <a:p>
            <a:r>
              <a:rPr lang="fr-FR" dirty="0"/>
              <a:t>(SSP 370 - ALPX3 2,5km) </a:t>
            </a:r>
            <a:r>
              <a:rPr lang="fr-FR" dirty="0" err="1"/>
              <a:t>tasmax</a:t>
            </a:r>
            <a:r>
              <a:rPr lang="fr-FR" dirty="0"/>
              <a:t> - </a:t>
            </a:r>
            <a:r>
              <a:rPr lang="fr-FR" dirty="0" err="1"/>
              <a:t>tasmin</a:t>
            </a:r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7F351C5B-FA5E-C4B3-B2B5-85CAC33F0FA2}"/>
              </a:ext>
            </a:extLst>
          </p:cNvPr>
          <p:cNvSpPr txBox="1">
            <a:spLocks/>
          </p:cNvSpPr>
          <p:nvPr/>
        </p:nvSpPr>
        <p:spPr>
          <a:xfrm>
            <a:off x="161274" y="90690"/>
            <a:ext cx="90197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Résultats 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1C8C19B5-5B19-F8F5-3F90-E8B6F82DF736}"/>
              </a:ext>
            </a:extLst>
          </p:cNvPr>
          <p:cNvSpPr txBox="1">
            <a:spLocks/>
          </p:cNvSpPr>
          <p:nvPr/>
        </p:nvSpPr>
        <p:spPr>
          <a:xfrm>
            <a:off x="7676407" y="1344358"/>
            <a:ext cx="3332480" cy="542178"/>
          </a:xfrm>
          <a:custGeom>
            <a:avLst/>
            <a:gdLst>
              <a:gd name="connsiteX0" fmla="*/ 0 w 3332480"/>
              <a:gd name="connsiteY0" fmla="*/ 0 h 542178"/>
              <a:gd name="connsiteX1" fmla="*/ 3332480 w 3332480"/>
              <a:gd name="connsiteY1" fmla="*/ 0 h 542178"/>
              <a:gd name="connsiteX2" fmla="*/ 3332480 w 3332480"/>
              <a:gd name="connsiteY2" fmla="*/ 542178 h 542178"/>
              <a:gd name="connsiteX3" fmla="*/ 0 w 3332480"/>
              <a:gd name="connsiteY3" fmla="*/ 542178 h 542178"/>
              <a:gd name="connsiteX4" fmla="*/ 0 w 3332480"/>
              <a:gd name="connsiteY4" fmla="*/ 0 h 542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2480" h="542178" extrusionOk="0">
                <a:moveTo>
                  <a:pt x="0" y="0"/>
                </a:moveTo>
                <a:cubicBezTo>
                  <a:pt x="1522227" y="7068"/>
                  <a:pt x="2588676" y="-65251"/>
                  <a:pt x="3332480" y="0"/>
                </a:cubicBezTo>
                <a:cubicBezTo>
                  <a:pt x="3350825" y="70521"/>
                  <a:pt x="3341815" y="402783"/>
                  <a:pt x="3332480" y="542178"/>
                </a:cubicBezTo>
                <a:cubicBezTo>
                  <a:pt x="1832494" y="583841"/>
                  <a:pt x="1347937" y="443715"/>
                  <a:pt x="0" y="542178"/>
                </a:cubicBezTo>
                <a:cubicBezTo>
                  <a:pt x="-33830" y="448018"/>
                  <a:pt x="-47737" y="130515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indent="0" algn="ctr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2400" b="1" i="0">
                <a:solidFill>
                  <a:schemeClr val="tx1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b="0" i="0">
                <a:solidFill>
                  <a:schemeClr val="tx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9pPr>
          </a:lstStyle>
          <a:p>
            <a:pPr algn="l"/>
            <a:r>
              <a:rPr lang="fr-FR" dirty="0"/>
              <a:t>TRACC : </a:t>
            </a:r>
            <a:r>
              <a:rPr lang="fr-FR" dirty="0">
                <a:solidFill>
                  <a:srgbClr val="D7CCE5"/>
                </a:solidFill>
              </a:rPr>
              <a:t>France à 2,7°C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EBCC946-8784-FC06-0E9F-F16AE27538F0}"/>
              </a:ext>
            </a:extLst>
          </p:cNvPr>
          <p:cNvSpPr txBox="1"/>
          <p:nvPr/>
        </p:nvSpPr>
        <p:spPr>
          <a:xfrm>
            <a:off x="5394129" y="1708872"/>
            <a:ext cx="99184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636E81"/>
                </a:solidFill>
                <a:latin typeface="Abadi" panose="020B0604020104020204" pitchFamily="34" charset="0"/>
              </a:rPr>
              <a:t>Nombre </a:t>
            </a:r>
            <a:br>
              <a:rPr lang="fr-FR" sz="1000" dirty="0">
                <a:solidFill>
                  <a:srgbClr val="636E81"/>
                </a:solidFill>
                <a:latin typeface="Abadi" panose="020B0604020104020204" pitchFamily="34" charset="0"/>
              </a:rPr>
            </a:br>
            <a:r>
              <a:rPr lang="fr-FR" sz="1000" dirty="0">
                <a:solidFill>
                  <a:srgbClr val="636E81"/>
                </a:solidFill>
                <a:latin typeface="Abadi" panose="020B0604020104020204" pitchFamily="34" charset="0"/>
              </a:rPr>
              <a:t>d’occurrence</a:t>
            </a:r>
          </a:p>
        </p:txBody>
      </p:sp>
      <p:sp>
        <p:nvSpPr>
          <p:cNvPr id="36" name="Espace réservé du contenu 2">
            <a:extLst>
              <a:ext uri="{FF2B5EF4-FFF2-40B4-BE49-F238E27FC236}">
                <a16:creationId xmlns:a16="http://schemas.microsoft.com/office/drawing/2014/main" id="{C645DF3D-3DCF-D1B4-BE02-EBA196783DAF}"/>
              </a:ext>
            </a:extLst>
          </p:cNvPr>
          <p:cNvSpPr txBox="1">
            <a:spLocks/>
          </p:cNvSpPr>
          <p:nvPr/>
        </p:nvSpPr>
        <p:spPr>
          <a:xfrm>
            <a:off x="581251" y="1326786"/>
            <a:ext cx="5224774" cy="542178"/>
          </a:xfrm>
          <a:custGeom>
            <a:avLst/>
            <a:gdLst>
              <a:gd name="connsiteX0" fmla="*/ 0 w 5224774"/>
              <a:gd name="connsiteY0" fmla="*/ 0 h 542178"/>
              <a:gd name="connsiteX1" fmla="*/ 5224774 w 5224774"/>
              <a:gd name="connsiteY1" fmla="*/ 0 h 542178"/>
              <a:gd name="connsiteX2" fmla="*/ 5224774 w 5224774"/>
              <a:gd name="connsiteY2" fmla="*/ 542178 h 542178"/>
              <a:gd name="connsiteX3" fmla="*/ 0 w 5224774"/>
              <a:gd name="connsiteY3" fmla="*/ 542178 h 542178"/>
              <a:gd name="connsiteX4" fmla="*/ 0 w 5224774"/>
              <a:gd name="connsiteY4" fmla="*/ 0 h 542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4774" h="542178" extrusionOk="0">
                <a:moveTo>
                  <a:pt x="0" y="0"/>
                </a:moveTo>
                <a:cubicBezTo>
                  <a:pt x="1082743" y="7068"/>
                  <a:pt x="4681228" y="-65251"/>
                  <a:pt x="5224774" y="0"/>
                </a:cubicBezTo>
                <a:cubicBezTo>
                  <a:pt x="5243119" y="70521"/>
                  <a:pt x="5234109" y="402783"/>
                  <a:pt x="5224774" y="542178"/>
                </a:cubicBezTo>
                <a:cubicBezTo>
                  <a:pt x="4505261" y="583841"/>
                  <a:pt x="1291759" y="443715"/>
                  <a:pt x="0" y="542178"/>
                </a:cubicBezTo>
                <a:cubicBezTo>
                  <a:pt x="-33830" y="448018"/>
                  <a:pt x="-47737" y="130515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indent="0" algn="ctr">
              <a:lnSpc>
                <a:spcPct val="100000"/>
              </a:lnSpc>
              <a:spcBef>
                <a:spcPts val="0"/>
              </a:spcBef>
              <a:buFont typeface="System Font Regular"/>
              <a:buNone/>
              <a:defRPr sz="2400" b="1" i="0">
                <a:solidFill>
                  <a:schemeClr val="tx1"/>
                </a:solidFill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b="0" i="0">
                <a:solidFill>
                  <a:schemeClr val="tx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>
                <a:solidFill>
                  <a:schemeClr val="tx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9pPr>
          </a:lstStyle>
          <a:p>
            <a:r>
              <a:rPr lang="fr-FR" dirty="0"/>
              <a:t>TRACC : </a:t>
            </a:r>
            <a:r>
              <a:rPr lang="fr-FR" dirty="0">
                <a:solidFill>
                  <a:srgbClr val="EAE2D8"/>
                </a:solidFill>
              </a:rPr>
              <a:t>France à 2°C</a:t>
            </a:r>
            <a:endParaRPr lang="fr-FR" dirty="0">
              <a:solidFill>
                <a:srgbClr val="D7CCE5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E0CDD8A-D9A6-E214-0A8D-D39C3094B6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1" t="9713" r="13551"/>
          <a:stretch>
            <a:fillRect/>
          </a:stretch>
        </p:blipFill>
        <p:spPr bwMode="auto">
          <a:xfrm>
            <a:off x="6217919" y="1852954"/>
            <a:ext cx="5562869" cy="4733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090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4575E-9C64-9DE7-07FE-4D678380D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9881B8-D695-A003-6858-33FC3068E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26" y="116700"/>
            <a:ext cx="9917714" cy="1446550"/>
          </a:xfrm>
        </p:spPr>
        <p:txBody>
          <a:bodyPr/>
          <a:lstStyle/>
          <a:p>
            <a:r>
              <a:rPr lang="fr-FR" dirty="0"/>
              <a:t>Slides additionnelles pour les questions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59963AB-1D43-013A-C375-607AD9230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948" y="2004842"/>
            <a:ext cx="6420746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65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CE0D6-FC48-C2C7-4198-2F8FE8B47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22F873-93D2-84EB-DC1A-6EFAC9852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26" y="116700"/>
            <a:ext cx="9917714" cy="1446550"/>
          </a:xfrm>
        </p:spPr>
        <p:txBody>
          <a:bodyPr/>
          <a:lstStyle/>
          <a:p>
            <a:r>
              <a:rPr lang="fr-FR" dirty="0"/>
              <a:t>Slides additionnelles pour les questions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B43DC07-9031-99E1-0AEB-61D0A30C64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1"/>
          <a:stretch>
            <a:fillRect/>
          </a:stretch>
        </p:blipFill>
        <p:spPr>
          <a:xfrm>
            <a:off x="424440" y="1066800"/>
            <a:ext cx="5408174" cy="542108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AE8DBE7-99A1-0974-1786-489878F06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388" y="2296822"/>
            <a:ext cx="1200318" cy="914528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7AE0AF08-B19C-1679-3A41-338E263B78DE}"/>
              </a:ext>
            </a:extLst>
          </p:cNvPr>
          <p:cNvSpPr txBox="1">
            <a:spLocks/>
          </p:cNvSpPr>
          <p:nvPr/>
        </p:nvSpPr>
        <p:spPr>
          <a:xfrm>
            <a:off x="6204857" y="1563250"/>
            <a:ext cx="5562703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Gares à risque – TRACC +2°C</a:t>
            </a:r>
          </a:p>
        </p:txBody>
      </p:sp>
    </p:spTree>
    <p:extLst>
      <p:ext uri="{BB962C8B-B14F-4D97-AF65-F5344CB8AC3E}">
        <p14:creationId xmlns:p14="http://schemas.microsoft.com/office/powerpoint/2010/main" val="846472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39FE0-CC65-528D-4DD6-4C1AD4636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D128CA60-44A9-9F66-29A0-C5162786D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592" y="2286525"/>
            <a:ext cx="1095528" cy="156231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2C7CEC2-8137-DD55-2A70-BD1C2921A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26" y="993158"/>
            <a:ext cx="5593603" cy="556836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73A81A0-B629-9ADF-AEC0-1B84E0563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26" y="116700"/>
            <a:ext cx="9917714" cy="1446550"/>
          </a:xfrm>
        </p:spPr>
        <p:txBody>
          <a:bodyPr/>
          <a:lstStyle/>
          <a:p>
            <a:r>
              <a:rPr lang="fr-FR" dirty="0"/>
              <a:t>Slides additionnelles pour les questions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799D1250-2E7A-B734-C1B6-155CF2A18462}"/>
              </a:ext>
            </a:extLst>
          </p:cNvPr>
          <p:cNvSpPr txBox="1">
            <a:spLocks/>
          </p:cNvSpPr>
          <p:nvPr/>
        </p:nvSpPr>
        <p:spPr>
          <a:xfrm>
            <a:off x="6204857" y="1563250"/>
            <a:ext cx="5562703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Gares à risque – TRACC +2,7°C</a:t>
            </a:r>
          </a:p>
        </p:txBody>
      </p:sp>
    </p:spTree>
    <p:extLst>
      <p:ext uri="{BB962C8B-B14F-4D97-AF65-F5344CB8AC3E}">
        <p14:creationId xmlns:p14="http://schemas.microsoft.com/office/powerpoint/2010/main" val="432086406"/>
      </p:ext>
    </p:extLst>
  </p:cSld>
  <p:clrMapOvr>
    <a:masterClrMapping/>
  </p:clrMapOvr>
</p:sld>
</file>

<file path=ppt/theme/theme1.xml><?xml version="1.0" encoding="utf-8"?>
<a:theme xmlns:a="http://schemas.openxmlformats.org/drawingml/2006/main" name="MadridVTI">
  <a:themeElements>
    <a:clrScheme name="Madrid R3">
      <a:dk1>
        <a:srgbClr val="000000"/>
      </a:dk1>
      <a:lt1>
        <a:srgbClr val="FFFFFF"/>
      </a:lt1>
      <a:dk2>
        <a:srgbClr val="3A3C45"/>
      </a:dk2>
      <a:lt2>
        <a:srgbClr val="E9EFF1"/>
      </a:lt2>
      <a:accent1>
        <a:srgbClr val="E24400"/>
      </a:accent1>
      <a:accent2>
        <a:srgbClr val="F38E00"/>
      </a:accent2>
      <a:accent3>
        <a:srgbClr val="89B336"/>
      </a:accent3>
      <a:accent4>
        <a:srgbClr val="30B9B9"/>
      </a:accent4>
      <a:accent5>
        <a:srgbClr val="748CF4"/>
      </a:accent5>
      <a:accent6>
        <a:srgbClr val="A673F4"/>
      </a:accent6>
      <a:hlink>
        <a:srgbClr val="008EE6"/>
      </a:hlink>
      <a:folHlink>
        <a:srgbClr val="C1A187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602</Words>
  <Application>Microsoft Office PowerPoint</Application>
  <PresentationFormat>Grand écran</PresentationFormat>
  <Paragraphs>91</Paragraphs>
  <Slides>11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0" baseType="lpstr">
      <vt:lpstr>System Font Regular</vt:lpstr>
      <vt:lpstr>Abadi</vt:lpstr>
      <vt:lpstr>Aptos</vt:lpstr>
      <vt:lpstr>Arial</vt:lpstr>
      <vt:lpstr>Bradley Hand ITC</vt:lpstr>
      <vt:lpstr>Seaford Display</vt:lpstr>
      <vt:lpstr>Segoe UI</vt:lpstr>
      <vt:lpstr>Tenorite</vt:lpstr>
      <vt:lpstr>MadridVTI</vt:lpstr>
      <vt:lpstr>Résilience &amp; transports :  impacts des chaleurs extrêmes sur le matériel roulant</vt:lpstr>
      <vt:lpstr>Contexte : surchauffe d’un convertisseur statique</vt:lpstr>
      <vt:lpstr>Présentation PowerPoint</vt:lpstr>
      <vt:lpstr>Présentation PowerPoint</vt:lpstr>
      <vt:lpstr>Présentation PowerPoint</vt:lpstr>
      <vt:lpstr>Limites et perspectives</vt:lpstr>
      <vt:lpstr>Résilience &amp; transports :  impacts des chaleurs extrêmes sur le matériel roulant</vt:lpstr>
      <vt:lpstr>Présentation PowerPoint</vt:lpstr>
      <vt:lpstr>Slides additionnelles pour les questions</vt:lpstr>
      <vt:lpstr>Slides additionnelles pour les questions</vt:lpstr>
      <vt:lpstr>Slides additionnelles pour les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MONTEIGNIES Laureline</dc:creator>
  <cp:lastModifiedBy>MONTEIGNIES Laureline</cp:lastModifiedBy>
  <cp:revision>1</cp:revision>
  <dcterms:created xsi:type="dcterms:W3CDTF">2025-12-03T08:38:33Z</dcterms:created>
  <dcterms:modified xsi:type="dcterms:W3CDTF">2025-12-03T15:18:18Z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a30d458-cd10-4a48-9232-50530e63d4a6_Enabled">
    <vt:lpwstr>true</vt:lpwstr>
  </property>
  <property fmtid="{D5CDD505-2E9C-101B-9397-08002B2CF9AE}" pid="3" name="MSIP_Label_4a30d458-cd10-4a48-9232-50530e63d4a6_SetDate">
    <vt:lpwstr>2025-12-03T08:42:35Z</vt:lpwstr>
  </property>
  <property fmtid="{D5CDD505-2E9C-101B-9397-08002B2CF9AE}" pid="4" name="MSIP_Label_4a30d458-cd10-4a48-9232-50530e63d4a6_Method">
    <vt:lpwstr>Privileged</vt:lpwstr>
  </property>
  <property fmtid="{D5CDD505-2E9C-101B-9397-08002B2CF9AE}" pid="5" name="MSIP_Label_4a30d458-cd10-4a48-9232-50530e63d4a6_Name">
    <vt:lpwstr>l0_public</vt:lpwstr>
  </property>
  <property fmtid="{D5CDD505-2E9C-101B-9397-08002B2CF9AE}" pid="6" name="MSIP_Label_4a30d458-cd10-4a48-9232-50530e63d4a6_SiteId">
    <vt:lpwstr>a5877034-8d6a-496a-8cf8-ceb5e3451109</vt:lpwstr>
  </property>
  <property fmtid="{D5CDD505-2E9C-101B-9397-08002B2CF9AE}" pid="7" name="MSIP_Label_4a30d458-cd10-4a48-9232-50530e63d4a6_ActionId">
    <vt:lpwstr>0080bc82-407f-430c-89de-493f994df4f7</vt:lpwstr>
  </property>
  <property fmtid="{D5CDD505-2E9C-101B-9397-08002B2CF9AE}" pid="8" name="MSIP_Label_4a30d458-cd10-4a48-9232-50530e63d4a6_ContentBits">
    <vt:lpwstr>2</vt:lpwstr>
  </property>
  <property fmtid="{D5CDD505-2E9C-101B-9397-08002B2CF9AE}" pid="9" name="MSIP_Label_4a30d458-cd10-4a48-9232-50530e63d4a6_Tag">
    <vt:lpwstr>10, 0, 1, 1</vt:lpwstr>
  </property>
  <property fmtid="{D5CDD505-2E9C-101B-9397-08002B2CF9AE}" pid="10" name="ClassificationContentMarkingFooterLocations">
    <vt:lpwstr>MadridVTI:8</vt:lpwstr>
  </property>
  <property fmtid="{D5CDD505-2E9C-101B-9397-08002B2CF9AE}" pid="11" name="ClassificationContentMarkingFooterText">
    <vt:lpwstr>Data sensitivity - Public</vt:lpwstr>
  </property>
</Properties>
</file>