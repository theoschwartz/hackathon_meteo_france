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47979F-A2F7-BA4B-BD21-638991B9010E}" v="13" dt="2025-12-03T13:12:21.4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94"/>
  </p:normalViewPr>
  <p:slideViewPr>
    <p:cSldViewPr snapToGrid="0">
      <p:cViewPr varScale="1">
        <p:scale>
          <a:sx n="92" d="100"/>
          <a:sy n="92" d="100"/>
        </p:scale>
        <p:origin x="184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WARTZ Theo (SNCF VOYAGEURS / DIRECTION DE L'INGENIERIE DU MATERIEL / MDI DATA OFFICE)" userId="050750ed-7566-46b2-a95a-b77c9c89c977" providerId="ADAL" clId="{D547979F-A2F7-BA4B-BD21-638991B9010E}"/>
    <pc:docChg chg="custSel addSld modSld">
      <pc:chgData name="SCHWARTZ Theo (SNCF VOYAGEURS / DIRECTION DE L'INGENIERIE DU MATERIEL / MDI DATA OFFICE)" userId="050750ed-7566-46b2-a95a-b77c9c89c977" providerId="ADAL" clId="{D547979F-A2F7-BA4B-BD21-638991B9010E}" dt="2025-12-03T13:12:23.264" v="33" actId="962"/>
      <pc:docMkLst>
        <pc:docMk/>
      </pc:docMkLst>
      <pc:sldChg chg="addSp delSp modSp new mod">
        <pc:chgData name="SCHWARTZ Theo (SNCF VOYAGEURS / DIRECTION DE L'INGENIERIE DU MATERIEL / MDI DATA OFFICE)" userId="050750ed-7566-46b2-a95a-b77c9c89c977" providerId="ADAL" clId="{D547979F-A2F7-BA4B-BD21-638991B9010E}" dt="2025-12-03T13:12:23.264" v="33" actId="962"/>
        <pc:sldMkLst>
          <pc:docMk/>
          <pc:sldMk cId="2081863973" sldId="257"/>
        </pc:sldMkLst>
        <pc:spChg chg="del">
          <ac:chgData name="SCHWARTZ Theo (SNCF VOYAGEURS / DIRECTION DE L'INGENIERIE DU MATERIEL / MDI DATA OFFICE)" userId="050750ed-7566-46b2-a95a-b77c9c89c977" providerId="ADAL" clId="{D547979F-A2F7-BA4B-BD21-638991B9010E}" dt="2025-12-03T12:37:20.307" v="2" actId="478"/>
          <ac:spMkLst>
            <pc:docMk/>
            <pc:sldMk cId="2081863973" sldId="257"/>
            <ac:spMk id="2" creationId="{9DF89D24-F42C-C6C2-88CE-8D58E14B4065}"/>
          </ac:spMkLst>
        </pc:spChg>
        <pc:spChg chg="del">
          <ac:chgData name="SCHWARTZ Theo (SNCF VOYAGEURS / DIRECTION DE L'INGENIERIE DU MATERIEL / MDI DATA OFFICE)" userId="050750ed-7566-46b2-a95a-b77c9c89c977" providerId="ADAL" clId="{D547979F-A2F7-BA4B-BD21-638991B9010E}" dt="2025-12-03T12:37:18.893" v="1" actId="478"/>
          <ac:spMkLst>
            <pc:docMk/>
            <pc:sldMk cId="2081863973" sldId="257"/>
            <ac:spMk id="3" creationId="{CB8658BA-E788-7C68-7A68-AE726D5BE860}"/>
          </ac:spMkLst>
        </pc:spChg>
        <pc:spChg chg="add del mod">
          <ac:chgData name="SCHWARTZ Theo (SNCF VOYAGEURS / DIRECTION DE L'INGENIERIE DU MATERIEL / MDI DATA OFFICE)" userId="050750ed-7566-46b2-a95a-b77c9c89c977" providerId="ADAL" clId="{D547979F-A2F7-BA4B-BD21-638991B9010E}" dt="2025-12-03T13:12:10.233" v="30" actId="478"/>
          <ac:spMkLst>
            <pc:docMk/>
            <pc:sldMk cId="2081863973" sldId="257"/>
            <ac:spMk id="4" creationId="{089A9E79-F04E-B79E-FF85-F9BA5FEABB56}"/>
          </ac:spMkLst>
        </pc:spChg>
        <pc:spChg chg="add del mod">
          <ac:chgData name="SCHWARTZ Theo (SNCF VOYAGEURS / DIRECTION DE L'INGENIERIE DU MATERIEL / MDI DATA OFFICE)" userId="050750ed-7566-46b2-a95a-b77c9c89c977" providerId="ADAL" clId="{D547979F-A2F7-BA4B-BD21-638991B9010E}" dt="2025-12-03T13:12:10.233" v="30" actId="478"/>
          <ac:spMkLst>
            <pc:docMk/>
            <pc:sldMk cId="2081863973" sldId="257"/>
            <ac:spMk id="5" creationId="{9B9AFC9F-F6B2-7F2B-603D-34C67DB29ECD}"/>
          </ac:spMkLst>
        </pc:spChg>
        <pc:spChg chg="add del mod">
          <ac:chgData name="SCHWARTZ Theo (SNCF VOYAGEURS / DIRECTION DE L'INGENIERIE DU MATERIEL / MDI DATA OFFICE)" userId="050750ed-7566-46b2-a95a-b77c9c89c977" providerId="ADAL" clId="{D547979F-A2F7-BA4B-BD21-638991B9010E}" dt="2025-12-03T13:12:10.233" v="30" actId="478"/>
          <ac:spMkLst>
            <pc:docMk/>
            <pc:sldMk cId="2081863973" sldId="257"/>
            <ac:spMk id="6" creationId="{1D217737-19E8-42C2-8EC3-6DA7F3999A85}"/>
          </ac:spMkLst>
        </pc:spChg>
        <pc:picChg chg="add mod">
          <ac:chgData name="SCHWARTZ Theo (SNCF VOYAGEURS / DIRECTION DE L'INGENIERIE DU MATERIEL / MDI DATA OFFICE)" userId="050750ed-7566-46b2-a95a-b77c9c89c977" providerId="ADAL" clId="{D547979F-A2F7-BA4B-BD21-638991B9010E}" dt="2025-12-03T13:12:23.264" v="33" actId="962"/>
          <ac:picMkLst>
            <pc:docMk/>
            <pc:sldMk cId="2081863973" sldId="257"/>
            <ac:picMk id="3" creationId="{3F7D8E95-A5A4-6B1D-99DC-D0A8C77D390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73F9CB-E7F7-6EA7-2C54-2DB3F5FB2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66FA5B5-0C4A-A5B0-18E0-0F2BBBF43B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2A4187-E68F-A480-AB46-65A1F6F3A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8F5EF0-855C-2AB4-96A4-918E1265A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39CC12-831B-02E6-276D-B1B30A4E6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1017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7C3F57-8247-E28F-C693-1B7289A03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C622C8-26A8-0021-395C-0230BACAD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CECD533-E2AD-BB4D-7A2E-01525B32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290612-A565-7C21-086D-67C66FE39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2DF325-D746-8B4C-4AD5-7C14AA48A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190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08B74A-419F-ADBC-904B-AEDF35D33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ABC970-3485-A1F3-78F6-EA37F0BBA2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91B02F-CBC0-49CA-196B-FE56418F6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698E16-B015-7D34-B3FE-59D3D8B95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064FCD-961B-5F62-0B97-C9FA0C2BE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8103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22885E-23A6-DBC6-4A98-0B4C24CA9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843633-40F3-28A8-43D9-16B3DDDC8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88763AB-03B5-81DB-74B2-9EA6D16599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AD18301-89D7-1135-3B98-90E6DE61C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24E2328-64E1-9681-6B91-5D2583754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60EAFB-7DCC-800C-4BF0-BC0F01ACC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3339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7265E0-6F31-299D-AC0C-6C2F63321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28E46A2-FBD1-D698-651B-6038224EA9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9CC9A4F-4A1B-EA9F-5B90-13D496985C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A39CE93-89C7-35A0-DD07-4B7822EC0F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B065512-C1D5-CE81-E88B-AF95112C3E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D1E26A4-F931-53FE-83F8-385598090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17C0A10-F3AA-41BA-46B5-4814453B7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20E952A-06AC-5D5B-4CC2-F1E469258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4105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22F489-3F95-55E1-657C-74A808B03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9919E48-318B-6308-3A17-D64FFFAAD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EBF76BD-3077-0C89-8B5B-06C3B8B77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4FA0396-CF21-CC2B-D8CF-015A63852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3860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435E1FC-6C69-9A64-59C4-1B7BC4E66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75E5442-D736-A358-E57C-F85964885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92E66D-0E23-83B6-720B-20327D6B1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2396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3A37EA-5EDD-3FF1-795E-52F05D6C6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9FAF91-0D79-5E47-488A-8F9793C8D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9D606CF-D981-F837-32E8-9D827CBAE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ABFF524-A4A7-1008-AC12-6C639F424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6FB914-6B1A-FAC1-9018-B9AE00C67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DDC5474-A33D-CF0E-3EEA-C477E9133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2774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5C4BE9-45CF-DC25-B77E-E1A46C029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4CB2D45-DC41-321C-9DE0-87B4312E58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B85E6B4-5EE6-3D49-C20F-FFFE5548F3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AF7A566-A529-49C9-4D51-40D73E273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B9F91E3-25A8-561E-25E6-5BBB047D1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4DDB8D-B8E7-FC5B-99D3-538FC97BC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5426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183AA6-4159-E16B-B2E9-F0AE7EC83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BF0BB3D-779A-5BF2-BC65-F5A294313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C6711A-0EE9-81AC-F421-C793D5687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14467C-B471-CCB8-2DE2-6646CAD6E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0E8A13-DEC0-B84E-B045-B169DD5C7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6523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79ED9BB-81C7-7B93-9CC9-B006F20CFE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805B6CF-9144-E71A-34BA-D664B6850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84838AC-951F-7AAF-8AEC-A3169FD82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6D3139-6A63-4DEF-E918-C59B0C814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283B97-BB4D-6E96-F305-A1879C412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9295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4C79DCA-9090-BE66-39B6-48F0B44B8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68CFD7-BCDB-2874-9ED9-A165C75BC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6A08F5-0A5F-4C81-EE6F-90ACAE5506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DD4E7E-E87B-A948-8F61-CD21594A2999}" type="datetimeFigureOut">
              <a:rPr lang="fr-FR" smtClean="0"/>
              <a:t>03/12/2025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667E0-CB67-68D9-F9EB-D95E68229B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6D3153-D4E7-08B5-3650-3321E5BE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93861-84E0-E44F-8F93-62847DFCA4BD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5A6971-8CD4-9CE6-74EE-360FC8D5397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079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0080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Interne</a:t>
            </a:r>
          </a:p>
        </p:txBody>
      </p:sp>
    </p:spTree>
    <p:extLst>
      <p:ext uri="{BB962C8B-B14F-4D97-AF65-F5344CB8AC3E}">
        <p14:creationId xmlns:p14="http://schemas.microsoft.com/office/powerpoint/2010/main" val="2984464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ED0A7E1-B9EA-E07F-1965-DE967EBFC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98" y="960415"/>
            <a:ext cx="11205445" cy="421102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16691D6-0047-A800-4BFA-3D0D18CE3E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80" t="12091" r="43483"/>
          <a:stretch>
            <a:fillRect/>
          </a:stretch>
        </p:blipFill>
        <p:spPr>
          <a:xfrm>
            <a:off x="2646997" y="1976718"/>
            <a:ext cx="1091285" cy="159124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544037C-64D3-13A3-9A80-F1D9DE719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2972" y="184607"/>
            <a:ext cx="1299526" cy="23165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868650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rte, capture d’écran, diagramme&#10;&#10;Le contenu généré par l’IA peut être incorrect.">
            <a:extLst>
              <a:ext uri="{FF2B5EF4-FFF2-40B4-BE49-F238E27FC236}">
                <a16:creationId xmlns:a16="http://schemas.microsoft.com/office/drawing/2014/main" id="{3F7D8E95-A5A4-6B1D-99DC-D0A8C77D3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900" y="1320800"/>
            <a:ext cx="5410200" cy="42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8639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Grand écran</PresentationFormat>
  <Paragraphs>0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SCHWARTZ Theo (SNCF VOYAGEURS / DIRECTION DE L'INGENIERIE DU MATERIEL / MDI DATA OFFICE)</dc:creator>
  <cp:lastModifiedBy>SCHWARTZ Theo (SNCF VOYAGEURS / DIRECTION DE L'INGENIERIE DU MATERIEL / MDI DATA OFFICE)</cp:lastModifiedBy>
  <cp:revision>1</cp:revision>
  <dcterms:created xsi:type="dcterms:W3CDTF">2025-12-03T12:15:44Z</dcterms:created>
  <dcterms:modified xsi:type="dcterms:W3CDTF">2025-12-03T13:12:25Z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8d3f7c8-5c4b-4ab6-9486-a0a9eb08efa7_Enabled">
    <vt:lpwstr>true</vt:lpwstr>
  </property>
  <property fmtid="{D5CDD505-2E9C-101B-9397-08002B2CF9AE}" pid="3" name="MSIP_Label_c8d3f7c8-5c4b-4ab6-9486-a0a9eb08efa7_SetDate">
    <vt:lpwstr>2025-12-03T12:19:45Z</vt:lpwstr>
  </property>
  <property fmtid="{D5CDD505-2E9C-101B-9397-08002B2CF9AE}" pid="4" name="MSIP_Label_c8d3f7c8-5c4b-4ab6-9486-a0a9eb08efa7_Method">
    <vt:lpwstr>Standard</vt:lpwstr>
  </property>
  <property fmtid="{D5CDD505-2E9C-101B-9397-08002B2CF9AE}" pid="5" name="MSIP_Label_c8d3f7c8-5c4b-4ab6-9486-a0a9eb08efa7_Name">
    <vt:lpwstr>Interne - Groupe</vt:lpwstr>
  </property>
  <property fmtid="{D5CDD505-2E9C-101B-9397-08002B2CF9AE}" pid="6" name="MSIP_Label_c8d3f7c8-5c4b-4ab6-9486-a0a9eb08efa7_SiteId">
    <vt:lpwstr>4a7c8238-5799-4b16-9fc6-9ad8fce5a7d9</vt:lpwstr>
  </property>
  <property fmtid="{D5CDD505-2E9C-101B-9397-08002B2CF9AE}" pid="7" name="MSIP_Label_c8d3f7c8-5c4b-4ab6-9486-a0a9eb08efa7_ActionId">
    <vt:lpwstr>a4f0e662-5484-421d-8789-367f667fcfc1</vt:lpwstr>
  </property>
  <property fmtid="{D5CDD505-2E9C-101B-9397-08002B2CF9AE}" pid="8" name="MSIP_Label_c8d3f7c8-5c4b-4ab6-9486-a0a9eb08efa7_ContentBits">
    <vt:lpwstr>2</vt:lpwstr>
  </property>
  <property fmtid="{D5CDD505-2E9C-101B-9397-08002B2CF9AE}" pid="9" name="MSIP_Label_c8d3f7c8-5c4b-4ab6-9486-a0a9eb08efa7_Tag">
    <vt:lpwstr>50, 3, 0, 1</vt:lpwstr>
  </property>
  <property fmtid="{D5CDD505-2E9C-101B-9397-08002B2CF9AE}" pid="10" name="ClassificationContentMarkingFooterLocations">
    <vt:lpwstr>Thème Office:8</vt:lpwstr>
  </property>
  <property fmtid="{D5CDD505-2E9C-101B-9397-08002B2CF9AE}" pid="11" name="ClassificationContentMarkingFooterText">
    <vt:lpwstr>Interne</vt:lpwstr>
  </property>
</Properties>
</file>