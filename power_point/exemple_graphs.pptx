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7979F-A2F7-BA4B-BD21-638991B9010E}" v="12" dt="2025-12-03T12:38:59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94"/>
  </p:normalViewPr>
  <p:slideViewPr>
    <p:cSldViewPr snapToGrid="0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WARTZ Theo (SNCF VOYAGEURS / DIRECTION DE L'INGENIERIE DU MATERIEL / MDI DATA OFFICE)" userId="050750ed-7566-46b2-a95a-b77c9c89c977" providerId="ADAL" clId="{D547979F-A2F7-BA4B-BD21-638991B9010E}"/>
    <pc:docChg chg="custSel addSld modSld">
      <pc:chgData name="SCHWARTZ Theo (SNCF VOYAGEURS / DIRECTION DE L'INGENIERIE DU MATERIEL / MDI DATA OFFICE)" userId="050750ed-7566-46b2-a95a-b77c9c89c977" providerId="ADAL" clId="{D547979F-A2F7-BA4B-BD21-638991B9010E}" dt="2025-12-03T12:39:56.265" v="28" actId="14100"/>
      <pc:docMkLst>
        <pc:docMk/>
      </pc:docMkLst>
      <pc:sldChg chg="addSp delSp modSp new mod">
        <pc:chgData name="SCHWARTZ Theo (SNCF VOYAGEURS / DIRECTION DE L'INGENIERIE DU MATERIEL / MDI DATA OFFICE)" userId="050750ed-7566-46b2-a95a-b77c9c89c977" providerId="ADAL" clId="{D547979F-A2F7-BA4B-BD21-638991B9010E}" dt="2025-12-03T12:39:56.265" v="28" actId="14100"/>
        <pc:sldMkLst>
          <pc:docMk/>
          <pc:sldMk cId="2081863973" sldId="257"/>
        </pc:sldMkLst>
        <pc:spChg chg="del">
          <ac:chgData name="SCHWARTZ Theo (SNCF VOYAGEURS / DIRECTION DE L'INGENIERIE DU MATERIEL / MDI DATA OFFICE)" userId="050750ed-7566-46b2-a95a-b77c9c89c977" providerId="ADAL" clId="{D547979F-A2F7-BA4B-BD21-638991B9010E}" dt="2025-12-03T12:37:20.307" v="2" actId="478"/>
          <ac:spMkLst>
            <pc:docMk/>
            <pc:sldMk cId="2081863973" sldId="257"/>
            <ac:spMk id="2" creationId="{9DF89D24-F42C-C6C2-88CE-8D58E14B4065}"/>
          </ac:spMkLst>
        </pc:spChg>
        <pc:spChg chg="del">
          <ac:chgData name="SCHWARTZ Theo (SNCF VOYAGEURS / DIRECTION DE L'INGENIERIE DU MATERIEL / MDI DATA OFFICE)" userId="050750ed-7566-46b2-a95a-b77c9c89c977" providerId="ADAL" clId="{D547979F-A2F7-BA4B-BD21-638991B9010E}" dt="2025-12-03T12:37:18.893" v="1" actId="478"/>
          <ac:spMkLst>
            <pc:docMk/>
            <pc:sldMk cId="2081863973" sldId="257"/>
            <ac:spMk id="3" creationId="{CB8658BA-E788-7C68-7A68-AE726D5BE860}"/>
          </ac:spMkLst>
        </pc:spChg>
        <pc:spChg chg="add mod">
          <ac:chgData name="SCHWARTZ Theo (SNCF VOYAGEURS / DIRECTION DE L'INGENIERIE DU MATERIEL / MDI DATA OFFICE)" userId="050750ed-7566-46b2-a95a-b77c9c89c977" providerId="ADAL" clId="{D547979F-A2F7-BA4B-BD21-638991B9010E}" dt="2025-12-03T12:37:33.274" v="7" actId="1076"/>
          <ac:spMkLst>
            <pc:docMk/>
            <pc:sldMk cId="2081863973" sldId="257"/>
            <ac:spMk id="4" creationId="{089A9E79-F04E-B79E-FF85-F9BA5FEABB56}"/>
          </ac:spMkLst>
        </pc:spChg>
        <pc:spChg chg="add mod">
          <ac:chgData name="SCHWARTZ Theo (SNCF VOYAGEURS / DIRECTION DE L'INGENIERIE DU MATERIEL / MDI DATA OFFICE)" userId="050750ed-7566-46b2-a95a-b77c9c89c977" providerId="ADAL" clId="{D547979F-A2F7-BA4B-BD21-638991B9010E}" dt="2025-12-03T12:39:52.987" v="27" actId="14100"/>
          <ac:spMkLst>
            <pc:docMk/>
            <pc:sldMk cId="2081863973" sldId="257"/>
            <ac:spMk id="5" creationId="{9B9AFC9F-F6B2-7F2B-603D-34C67DB29ECD}"/>
          </ac:spMkLst>
        </pc:spChg>
        <pc:spChg chg="add mod">
          <ac:chgData name="SCHWARTZ Theo (SNCF VOYAGEURS / DIRECTION DE L'INGENIERIE DU MATERIEL / MDI DATA OFFICE)" userId="050750ed-7566-46b2-a95a-b77c9c89c977" providerId="ADAL" clId="{D547979F-A2F7-BA4B-BD21-638991B9010E}" dt="2025-12-03T12:39:56.265" v="28" actId="14100"/>
          <ac:spMkLst>
            <pc:docMk/>
            <pc:sldMk cId="2081863973" sldId="257"/>
            <ac:spMk id="6" creationId="{1D217737-19E8-42C2-8EC3-6DA7F3999A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73F9CB-E7F7-6EA7-2C54-2DB3F5FB2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6FA5B5-0C4A-A5B0-18E0-0F2BBBF43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2A4187-E68F-A480-AB46-65A1F6F3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8F5EF0-855C-2AB4-96A4-918E1265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39CC12-831B-02E6-276D-B1B30A4E6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01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7C3F57-8247-E28F-C693-1B7289A0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C622C8-26A8-0021-395C-0230BACAD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ECD533-E2AD-BB4D-7A2E-01525B32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290612-A565-7C21-086D-67C66FE3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2DF325-D746-8B4C-4AD5-7C14AA48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9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08B74A-419F-ADBC-904B-AEDF35D33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ABC970-3485-A1F3-78F6-EA37F0BBA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91B02F-CBC0-49CA-196B-FE56418F6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698E16-B015-7D34-B3FE-59D3D8B9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064FCD-961B-5F62-0B97-C9FA0C2B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10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2885E-23A6-DBC6-4A98-0B4C24CA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843633-40F3-28A8-43D9-16B3DDDC8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8763AB-03B5-81DB-74B2-9EA6D1659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D18301-89D7-1135-3B98-90E6DE61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4E2328-64E1-9681-6B91-5D258375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60EAFB-7DCC-800C-4BF0-BC0F01AC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333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265E0-6F31-299D-AC0C-6C2F6332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8E46A2-FBD1-D698-651B-6038224EA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CC9A4F-4A1B-EA9F-5B90-13D496985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39CE93-89C7-35A0-DD07-4B7822EC0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B065512-C1D5-CE81-E88B-AF95112C3E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1E26A4-F931-53FE-83F8-38559809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17C0A10-F3AA-41BA-46B5-4814453B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0E952A-06AC-5D5B-4CC2-F1E46925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10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22F489-3F95-55E1-657C-74A808B0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919E48-318B-6308-3A17-D64FFFAA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EBF76BD-3077-0C89-8B5B-06C3B8B7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FA0396-CF21-CC2B-D8CF-015A6385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8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435E1FC-6C69-9A64-59C4-1B7BC4E6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75E5442-D736-A358-E57C-F8596488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92E66D-0E23-83B6-720B-20327D6B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39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3A37EA-5EDD-3FF1-795E-52F05D6C6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9FAF91-0D79-5E47-488A-8F9793C8D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D606CF-D981-F837-32E8-9D827CBAE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FF524-A4A7-1008-AC12-6C639F42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6FB914-6B1A-FAC1-9018-B9AE00C6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DC5474-A33D-CF0E-3EEA-C477E913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774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C4BE9-45CF-DC25-B77E-E1A46C02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4CB2D45-DC41-321C-9DE0-87B4312E5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85E6B4-5EE6-3D49-C20F-FFFE5548F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F7A566-A529-49C9-4D51-40D73E27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9F91E3-25A8-561E-25E6-5BBB047D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4DDB8D-B8E7-FC5B-99D3-538FC97BC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542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183AA6-4159-E16B-B2E9-F0AE7EC8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F0BB3D-779A-5BF2-BC65-F5A294313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6711A-0EE9-81AC-F421-C793D568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14467C-B471-CCB8-2DE2-6646CAD6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E8A13-DEC0-B84E-B045-B169DD5C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523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79ED9BB-81C7-7B93-9CC9-B006F20CF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05B6CF-9144-E71A-34BA-D664B6850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4838AC-951F-7AAF-8AEC-A3169FD8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6D3139-6A63-4DEF-E918-C59B0C81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283B97-BB4D-6E96-F305-A1879C4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29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C79DCA-9090-BE66-39B6-48F0B44B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68CFD7-BCDB-2874-9ED9-A165C75BC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6A08F5-0A5F-4C81-EE6F-90ACAE550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D4E7E-E87B-A948-8F61-CD21594A2999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2667E0-CB67-68D9-F9EB-D95E68229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6D3153-D4E7-08B5-3650-3321E5BEF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93861-84E0-E44F-8F93-62847DFCA4B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35A6971-8CD4-9CE6-74EE-360FC8D539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079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Interne</a:t>
            </a:r>
          </a:p>
        </p:txBody>
      </p:sp>
    </p:spTree>
    <p:extLst>
      <p:ext uri="{BB962C8B-B14F-4D97-AF65-F5344CB8AC3E}">
        <p14:creationId xmlns:p14="http://schemas.microsoft.com/office/powerpoint/2010/main" val="298446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ED0A7E1-B9EA-E07F-1965-DE967EBF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98" y="960415"/>
            <a:ext cx="11205445" cy="421102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16691D6-0047-A800-4BFA-3D0D18CE3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80" t="12091" r="43483"/>
          <a:stretch>
            <a:fillRect/>
          </a:stretch>
        </p:blipFill>
        <p:spPr>
          <a:xfrm>
            <a:off x="2646997" y="1976718"/>
            <a:ext cx="1091285" cy="15912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544037C-64D3-13A3-9A80-F1D9DE719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972" y="184607"/>
            <a:ext cx="1299526" cy="23165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6865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089A9E79-F04E-B79E-FF85-F9BA5FEABB56}"/>
              </a:ext>
            </a:extLst>
          </p:cNvPr>
          <p:cNvSpPr/>
          <p:nvPr/>
        </p:nvSpPr>
        <p:spPr>
          <a:xfrm>
            <a:off x="4887310" y="388883"/>
            <a:ext cx="5770179" cy="56440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B9AFC9F-F6B2-7F2B-603D-34C67DB29ECD}"/>
              </a:ext>
            </a:extLst>
          </p:cNvPr>
          <p:cNvSpPr/>
          <p:nvPr/>
        </p:nvSpPr>
        <p:spPr>
          <a:xfrm>
            <a:off x="4120054" y="620111"/>
            <a:ext cx="2911367" cy="252248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D217737-19E8-42C2-8EC3-6DA7F3999A85}"/>
              </a:ext>
            </a:extLst>
          </p:cNvPr>
          <p:cNvSpPr/>
          <p:nvPr/>
        </p:nvSpPr>
        <p:spPr>
          <a:xfrm>
            <a:off x="4949355" y="679386"/>
            <a:ext cx="2082066" cy="2463208"/>
          </a:xfrm>
          <a:custGeom>
            <a:avLst/>
            <a:gdLst>
              <a:gd name="connsiteX0" fmla="*/ 0 w 3652345"/>
              <a:gd name="connsiteY0" fmla="*/ 1677714 h 3355428"/>
              <a:gd name="connsiteX1" fmla="*/ 1826173 w 3652345"/>
              <a:gd name="connsiteY1" fmla="*/ 0 h 3355428"/>
              <a:gd name="connsiteX2" fmla="*/ 3652346 w 3652345"/>
              <a:gd name="connsiteY2" fmla="*/ 1677714 h 3355428"/>
              <a:gd name="connsiteX3" fmla="*/ 1826173 w 3652345"/>
              <a:gd name="connsiteY3" fmla="*/ 3355428 h 3355428"/>
              <a:gd name="connsiteX4" fmla="*/ 0 w 3652345"/>
              <a:gd name="connsiteY4" fmla="*/ 1677714 h 3355428"/>
              <a:gd name="connsiteX0" fmla="*/ 0 w 3105808"/>
              <a:gd name="connsiteY0" fmla="*/ 2166599 h 3372073"/>
              <a:gd name="connsiteX1" fmla="*/ 1279635 w 3105808"/>
              <a:gd name="connsiteY1" fmla="*/ 5410 h 3372073"/>
              <a:gd name="connsiteX2" fmla="*/ 3105808 w 3105808"/>
              <a:gd name="connsiteY2" fmla="*/ 1683124 h 3372073"/>
              <a:gd name="connsiteX3" fmla="*/ 1279635 w 3105808"/>
              <a:gd name="connsiteY3" fmla="*/ 3360838 h 3372073"/>
              <a:gd name="connsiteX4" fmla="*/ 0 w 3105808"/>
              <a:gd name="connsiteY4" fmla="*/ 2166599 h 3372073"/>
              <a:gd name="connsiteX0" fmla="*/ 5601 w 3111409"/>
              <a:gd name="connsiteY0" fmla="*/ 2072629 h 3272993"/>
              <a:gd name="connsiteX1" fmla="*/ 1779222 w 3111409"/>
              <a:gd name="connsiteY1" fmla="*/ 6033 h 3272993"/>
              <a:gd name="connsiteX2" fmla="*/ 3111409 w 3111409"/>
              <a:gd name="connsiteY2" fmla="*/ 1589154 h 3272993"/>
              <a:gd name="connsiteX3" fmla="*/ 1285236 w 3111409"/>
              <a:gd name="connsiteY3" fmla="*/ 3266868 h 3272993"/>
              <a:gd name="connsiteX4" fmla="*/ 5601 w 3111409"/>
              <a:gd name="connsiteY4" fmla="*/ 2072629 h 3272993"/>
              <a:gd name="connsiteX0" fmla="*/ 7456 w 2839995"/>
              <a:gd name="connsiteY0" fmla="*/ 2963764 h 3432870"/>
              <a:gd name="connsiteX1" fmla="*/ 1507808 w 2839995"/>
              <a:gd name="connsiteY1" fmla="*/ 35319 h 3432870"/>
              <a:gd name="connsiteX2" fmla="*/ 2839995 w 2839995"/>
              <a:gd name="connsiteY2" fmla="*/ 1618440 h 3432870"/>
              <a:gd name="connsiteX3" fmla="*/ 1013822 w 2839995"/>
              <a:gd name="connsiteY3" fmla="*/ 3296154 h 3432870"/>
              <a:gd name="connsiteX4" fmla="*/ 7456 w 2839995"/>
              <a:gd name="connsiteY4" fmla="*/ 2963764 h 3432870"/>
              <a:gd name="connsiteX0" fmla="*/ 1017 w 2833556"/>
              <a:gd name="connsiteY0" fmla="*/ 2963764 h 3348567"/>
              <a:gd name="connsiteX1" fmla="*/ 1501369 w 2833556"/>
              <a:gd name="connsiteY1" fmla="*/ 35319 h 3348567"/>
              <a:gd name="connsiteX2" fmla="*/ 2833556 w 2833556"/>
              <a:gd name="connsiteY2" fmla="*/ 1618440 h 3348567"/>
              <a:gd name="connsiteX3" fmla="*/ 1732596 w 2833556"/>
              <a:gd name="connsiteY3" fmla="*/ 3170030 h 3348567"/>
              <a:gd name="connsiteX4" fmla="*/ 1017 w 2833556"/>
              <a:gd name="connsiteY4" fmla="*/ 2963764 h 334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3556" h="3348567">
                <a:moveTo>
                  <a:pt x="1017" y="2963764"/>
                </a:moveTo>
                <a:cubicBezTo>
                  <a:pt x="-37521" y="2441312"/>
                  <a:pt x="1029279" y="259540"/>
                  <a:pt x="1501369" y="35319"/>
                </a:cubicBezTo>
                <a:cubicBezTo>
                  <a:pt x="1973459" y="-188902"/>
                  <a:pt x="2833556" y="691864"/>
                  <a:pt x="2833556" y="1618440"/>
                </a:cubicBezTo>
                <a:cubicBezTo>
                  <a:pt x="2833556" y="2545016"/>
                  <a:pt x="2204686" y="2945809"/>
                  <a:pt x="1732596" y="3170030"/>
                </a:cubicBezTo>
                <a:cubicBezTo>
                  <a:pt x="1260506" y="3394251"/>
                  <a:pt x="39555" y="3486216"/>
                  <a:pt x="1017" y="2963764"/>
                </a:cubicBezTo>
                <a:close/>
              </a:path>
            </a:pathLst>
          </a:cu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8639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SCHWARTZ Theo (SNCF VOYAGEURS / DIRECTION DE L'INGENIERIE DU MATERIEL / MDI DATA OFFICE)</dc:creator>
  <cp:lastModifiedBy>SCHWARTZ Theo (SNCF VOYAGEURS / DIRECTION DE L'INGENIERIE DU MATERIEL / MDI DATA OFFICE)</cp:lastModifiedBy>
  <cp:revision>1</cp:revision>
  <dcterms:created xsi:type="dcterms:W3CDTF">2025-12-03T12:15:44Z</dcterms:created>
  <dcterms:modified xsi:type="dcterms:W3CDTF">2025-12-03T12:40:00Z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d3f7c8-5c4b-4ab6-9486-a0a9eb08efa7_Enabled">
    <vt:lpwstr>true</vt:lpwstr>
  </property>
  <property fmtid="{D5CDD505-2E9C-101B-9397-08002B2CF9AE}" pid="3" name="MSIP_Label_c8d3f7c8-5c4b-4ab6-9486-a0a9eb08efa7_SetDate">
    <vt:lpwstr>2025-12-03T12:19:45Z</vt:lpwstr>
  </property>
  <property fmtid="{D5CDD505-2E9C-101B-9397-08002B2CF9AE}" pid="4" name="MSIP_Label_c8d3f7c8-5c4b-4ab6-9486-a0a9eb08efa7_Method">
    <vt:lpwstr>Standard</vt:lpwstr>
  </property>
  <property fmtid="{D5CDD505-2E9C-101B-9397-08002B2CF9AE}" pid="5" name="MSIP_Label_c8d3f7c8-5c4b-4ab6-9486-a0a9eb08efa7_Name">
    <vt:lpwstr>Interne - Groupe</vt:lpwstr>
  </property>
  <property fmtid="{D5CDD505-2E9C-101B-9397-08002B2CF9AE}" pid="6" name="MSIP_Label_c8d3f7c8-5c4b-4ab6-9486-a0a9eb08efa7_SiteId">
    <vt:lpwstr>4a7c8238-5799-4b16-9fc6-9ad8fce5a7d9</vt:lpwstr>
  </property>
  <property fmtid="{D5CDD505-2E9C-101B-9397-08002B2CF9AE}" pid="7" name="MSIP_Label_c8d3f7c8-5c4b-4ab6-9486-a0a9eb08efa7_ActionId">
    <vt:lpwstr>a4f0e662-5484-421d-8789-367f667fcfc1</vt:lpwstr>
  </property>
  <property fmtid="{D5CDD505-2E9C-101B-9397-08002B2CF9AE}" pid="8" name="MSIP_Label_c8d3f7c8-5c4b-4ab6-9486-a0a9eb08efa7_ContentBits">
    <vt:lpwstr>2</vt:lpwstr>
  </property>
  <property fmtid="{D5CDD505-2E9C-101B-9397-08002B2CF9AE}" pid="9" name="MSIP_Label_c8d3f7c8-5c4b-4ab6-9486-a0a9eb08efa7_Tag">
    <vt:lpwstr>50, 3, 0, 1</vt:lpwstr>
  </property>
  <property fmtid="{D5CDD505-2E9C-101B-9397-08002B2CF9AE}" pid="10" name="ClassificationContentMarkingFooterLocations">
    <vt:lpwstr>Thème Office:8</vt:lpwstr>
  </property>
  <property fmtid="{D5CDD505-2E9C-101B-9397-08002B2CF9AE}" pid="11" name="ClassificationContentMarkingFooterText">
    <vt:lpwstr>Interne</vt:lpwstr>
  </property>
</Properties>
</file>